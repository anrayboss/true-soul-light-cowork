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5" r:id="rId6"/>
    <p:sldMasterId id="214748367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y="6858000" cx="12191695"/>
  <p:notesSz cx="6858000" cy="9144000"/>
  <p:embeddedFontLst>
    <p:embeddedFont>
      <p:font typeface="Sorts Mill Goudy"/>
      <p:regular r:id="rId29"/>
      <p:italic r:id="rId30"/>
    </p:embeddedFont>
    <p:embeddedFont>
      <p:font typeface="Century Gothic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g2IOBfdbi75OVfdJWnRkTWmjJz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218573-F3EE-4882-B7E4-E67086CEF204}">
  <a:tblStyle styleId="{13218573-F3EE-4882-B7E4-E67086CEF204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0F5E7"/>
          </a:solidFill>
        </a:fill>
      </a:tcStyle>
    </a:wholeTbl>
    <a:band1H>
      <a:tcTxStyle/>
      <a:tcStyle>
        <a:fill>
          <a:solidFill>
            <a:srgbClr val="DFEBCA"/>
          </a:solidFill>
        </a:fill>
      </a:tcStyle>
    </a:band1H>
    <a:band2H>
      <a:tcTxStyle/>
    </a:band2H>
    <a:band1V>
      <a:tcTxStyle/>
      <a:tcStyle>
        <a:fill>
          <a:solidFill>
            <a:srgbClr val="DFEBCA"/>
          </a:solidFill>
        </a:fill>
      </a:tcStyle>
    </a:band1V>
    <a:band2V>
      <a:tcTxStyle/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8B1D82ED-64FE-44D7-B84F-EB1007612573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font" Target="fonts/SortsMillGoudy-regular.fntdata"/><Relationship Id="rId30" Type="http://schemas.openxmlformats.org/officeDocument/2006/relationships/font" Target="fonts/SortsMillGoudy-italic.fntdata"/><Relationship Id="rId31" Type="http://schemas.openxmlformats.org/officeDocument/2006/relationships/font" Target="fonts/CenturyGothic-regular.fntdata"/><Relationship Id="rId32" Type="http://schemas.openxmlformats.org/officeDocument/2006/relationships/font" Target="fonts/CenturyGothic-bold.fntdata"/><Relationship Id="rId33" Type="http://schemas.openxmlformats.org/officeDocument/2006/relationships/font" Target="fonts/CenturyGothic-italic.fntdata"/><Relationship Id="rId34" Type="http://schemas.openxmlformats.org/officeDocument/2006/relationships/font" Target="fonts/CenturyGothic-boldItalic.fntdata"/><Relationship Id="rId3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0" name="Google Shape;28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6" name="Google Shape;28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>
  <p:cSld name="标题幻灯片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图片 1" id="14" name="Google Shape;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4140" y="201929"/>
            <a:ext cx="1466218" cy="57531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3"/>
          <p:cNvSpPr txBox="1"/>
          <p:nvPr>
            <p:ph type="title"/>
          </p:nvPr>
        </p:nvSpPr>
        <p:spPr>
          <a:xfrm>
            <a:off x="2667000" y="1122362"/>
            <a:ext cx="6858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" type="body"/>
          </p:nvPr>
        </p:nvSpPr>
        <p:spPr>
          <a:xfrm>
            <a:off x="2667000" y="3602037"/>
            <a:ext cx="6858000" cy="165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2" type="sldNum"/>
          </p:nvPr>
        </p:nvSpPr>
        <p:spPr>
          <a:xfrm>
            <a:off x="7981950" y="6356351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 sz="1000"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>
  <p:cSld name="兩項物件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4"/>
          <p:cNvSpPr txBox="1"/>
          <p:nvPr>
            <p:ph type="title"/>
          </p:nvPr>
        </p:nvSpPr>
        <p:spPr>
          <a:xfrm>
            <a:off x="10" y="0"/>
            <a:ext cx="12191990" cy="1247056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54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 txBox="1"/>
          <p:nvPr>
            <p:ph idx="10" type="dt"/>
          </p:nvPr>
        </p:nvSpPr>
        <p:spPr>
          <a:xfrm>
            <a:off x="8773459" y="188277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25"/>
          <p:cNvSpPr txBox="1"/>
          <p:nvPr>
            <p:ph idx="11" type="ftr"/>
          </p:nvPr>
        </p:nvSpPr>
        <p:spPr>
          <a:xfrm>
            <a:off x="1494126" y="188277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25"/>
          <p:cNvSpPr txBox="1"/>
          <p:nvPr>
            <p:ph idx="12" type="sldNum"/>
          </p:nvPr>
        </p:nvSpPr>
        <p:spPr>
          <a:xfrm>
            <a:off x="11719859" y="6569093"/>
            <a:ext cx="609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8"/>
          <p:cNvSpPr txBox="1"/>
          <p:nvPr>
            <p:ph type="title"/>
          </p:nvPr>
        </p:nvSpPr>
        <p:spPr>
          <a:xfrm>
            <a:off x="989399" y="395289"/>
            <a:ext cx="10213201" cy="1112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55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·"/>
              <a:defRPr/>
            </a:lvl1pPr>
            <a:lvl2pPr indent="-2286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2pPr>
            <a:lvl3pPr indent="-3556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·"/>
              <a:defRPr/>
            </a:lvl3pPr>
            <a:lvl4pPr indent="-2286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4pPr>
            <a:lvl5pPr indent="-3556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·"/>
              <a:defRPr/>
            </a:lvl5pPr>
            <a:lvl6pPr indent="-3556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28"/>
          <p:cNvSpPr txBox="1"/>
          <p:nvPr>
            <p:ph idx="11" type="ftr"/>
          </p:nvPr>
        </p:nvSpPr>
        <p:spPr>
          <a:xfrm>
            <a:off x="4165603" y="635635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 txBox="1"/>
          <p:nvPr>
            <p:ph type="title"/>
          </p:nvPr>
        </p:nvSpPr>
        <p:spPr>
          <a:xfrm>
            <a:off x="838080" y="365040"/>
            <a:ext cx="10515360" cy="132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" type="body"/>
          </p:nvPr>
        </p:nvSpPr>
        <p:spPr>
          <a:xfrm>
            <a:off x="838080" y="1825560"/>
            <a:ext cx="10515360" cy="4350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1pPr>
            <a:lvl2pPr indent="-2286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3pPr>
            <a:lvl4pPr indent="-2286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5pPr>
            <a:lvl6pPr indent="-3429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10" y="332656"/>
            <a:ext cx="11885100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719403" y="1628800"/>
            <a:ext cx="5184600" cy="48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800"/>
              <a:buChar char="·"/>
              <a:defRPr sz="2800"/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2pPr>
            <a:lvl3pPr indent="-406400" lvl="2" marL="1371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·"/>
              <a:defRPr sz="2800"/>
            </a:lvl3pPr>
            <a:lvl4pPr indent="-228600" lvl="3" marL="18288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4pPr>
            <a:lvl5pPr indent="-406400" lvl="4" marL="2286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·"/>
              <a:defRPr sz="2800"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2"/>
          <p:cNvSpPr txBox="1"/>
          <p:nvPr>
            <p:ph idx="2" type="body"/>
          </p:nvPr>
        </p:nvSpPr>
        <p:spPr>
          <a:xfrm>
            <a:off x="6576055" y="1628800"/>
            <a:ext cx="5184600" cy="48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800"/>
              <a:buChar char="·"/>
              <a:defRPr sz="2800"/>
            </a:lvl1pPr>
            <a:lvl2pPr indent="-2286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2pPr>
            <a:lvl3pPr indent="-406400" lvl="2" marL="1371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·"/>
              <a:defRPr sz="2800"/>
            </a:lvl3pPr>
            <a:lvl4pPr indent="-228600" lvl="3" marL="18288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4pPr>
            <a:lvl5pPr indent="-406400" lvl="4" marL="2286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·"/>
              <a:defRPr sz="2800"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2"/>
          <p:cNvSpPr txBox="1"/>
          <p:nvPr>
            <p:ph idx="10" type="dt"/>
          </p:nvPr>
        </p:nvSpPr>
        <p:spPr>
          <a:xfrm>
            <a:off x="8773459" y="188277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1494126" y="188277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11719859" y="6569093"/>
            <a:ext cx="609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/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" type="body"/>
          </p:nvPr>
        </p:nvSpPr>
        <p:spPr>
          <a:xfrm>
            <a:off x="623393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800"/>
              <a:buChar char="🞑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4pPr>
            <a:lvl5pPr indent="-431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Char char="🞑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8"/>
          <p:cNvSpPr txBox="1"/>
          <p:nvPr>
            <p:ph type="ctrTitle"/>
          </p:nvPr>
        </p:nvSpPr>
        <p:spPr>
          <a:xfrm>
            <a:off x="0" y="2157319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8"/>
          <p:cNvSpPr txBox="1"/>
          <p:nvPr>
            <p:ph idx="1" type="subTitle"/>
          </p:nvPr>
        </p:nvSpPr>
        <p:spPr>
          <a:xfrm>
            <a:off x="1219200" y="3034555"/>
            <a:ext cx="10668000" cy="3823447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91425" lIns="292600" spcFirstLastPara="1" rIns="274300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32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7" name="Google Shape;57;p48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8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8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含圖片">
  <p:cSld name="標題投影片含圖片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9"/>
          <p:cNvSpPr txBox="1"/>
          <p:nvPr>
            <p:ph type="ctrTitle"/>
          </p:nvPr>
        </p:nvSpPr>
        <p:spPr>
          <a:xfrm>
            <a:off x="0" y="5025435"/>
            <a:ext cx="11887200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9"/>
          <p:cNvSpPr txBox="1"/>
          <p:nvPr>
            <p:ph idx="1" type="subTitle"/>
          </p:nvPr>
        </p:nvSpPr>
        <p:spPr>
          <a:xfrm>
            <a:off x="1219200" y="5943600"/>
            <a:ext cx="10668000" cy="91440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91425" lIns="292600" spcFirstLastPara="1" rIns="274300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3" name="Google Shape;63;p49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9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9"/>
          <p:cNvSpPr/>
          <p:nvPr>
            <p:ph idx="2" type="pic"/>
          </p:nvPr>
        </p:nvSpPr>
        <p:spPr>
          <a:xfrm>
            <a:off x="1236133" y="1129553"/>
            <a:ext cx="10651067" cy="3886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區段標頭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0"/>
          <p:cNvSpPr txBox="1"/>
          <p:nvPr>
            <p:ph type="title"/>
          </p:nvPr>
        </p:nvSpPr>
        <p:spPr>
          <a:xfrm>
            <a:off x="0" y="3200399"/>
            <a:ext cx="118872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0"/>
          <p:cNvSpPr txBox="1"/>
          <p:nvPr>
            <p:ph idx="1" type="body"/>
          </p:nvPr>
        </p:nvSpPr>
        <p:spPr>
          <a:xfrm>
            <a:off x="1219200" y="5484607"/>
            <a:ext cx="10668000" cy="77724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ctr" bIns="91425" lIns="292600" spcFirstLastPara="1" rIns="274300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9" name="Google Shape;69;p50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0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0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1"/>
          <p:cNvSpPr txBox="1"/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1"/>
          <p:cNvSpPr txBox="1"/>
          <p:nvPr>
            <p:ph idx="1" type="body"/>
          </p:nvPr>
        </p:nvSpPr>
        <p:spPr>
          <a:xfrm>
            <a:off x="719402" y="1628800"/>
            <a:ext cx="5184576" cy="48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800"/>
              <a:buChar char="🞑"/>
              <a:defRPr sz="2800"/>
            </a:lvl1pPr>
            <a:lvl2pPr indent="-4064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2pPr>
            <a:lvl3pPr indent="-406400" lvl="2" marL="1371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3pPr>
            <a:lvl4pPr indent="-406400" lvl="3" marL="18288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4pPr>
            <a:lvl5pPr indent="-406400" lvl="4" marL="2286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9pPr>
          </a:lstStyle>
          <a:p/>
        </p:txBody>
      </p:sp>
      <p:sp>
        <p:nvSpPr>
          <p:cNvPr id="75" name="Google Shape;75;p51"/>
          <p:cNvSpPr txBox="1"/>
          <p:nvPr>
            <p:ph idx="2" type="body"/>
          </p:nvPr>
        </p:nvSpPr>
        <p:spPr>
          <a:xfrm>
            <a:off x="6576054" y="1628800"/>
            <a:ext cx="5184576" cy="48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800"/>
              <a:buChar char="🞑"/>
              <a:defRPr sz="2800"/>
            </a:lvl1pPr>
            <a:lvl2pPr indent="-4064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2pPr>
            <a:lvl3pPr indent="-406400" lvl="2" marL="1371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3pPr>
            <a:lvl4pPr indent="-406400" lvl="3" marL="18288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4pPr>
            <a:lvl5pPr indent="-406400" lvl="4" marL="2286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9pPr>
          </a:lstStyle>
          <a:p/>
        </p:txBody>
      </p:sp>
      <p:sp>
        <p:nvSpPr>
          <p:cNvPr id="76" name="Google Shape;76;p51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1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1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2"/>
          <p:cNvSpPr txBox="1"/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2"/>
          <p:cNvSpPr txBox="1"/>
          <p:nvPr>
            <p:ph idx="1" type="body"/>
          </p:nvPr>
        </p:nvSpPr>
        <p:spPr>
          <a:xfrm>
            <a:off x="982100" y="1588698"/>
            <a:ext cx="4754880" cy="877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2" name="Google Shape;82;p52"/>
          <p:cNvSpPr txBox="1"/>
          <p:nvPr>
            <p:ph idx="2" type="body"/>
          </p:nvPr>
        </p:nvSpPr>
        <p:spPr>
          <a:xfrm>
            <a:off x="982100" y="2636912"/>
            <a:ext cx="4754880" cy="396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400"/>
              <a:buChar char="🞑"/>
              <a:defRPr sz="2400"/>
            </a:lvl1pPr>
            <a:lvl2pPr indent="-3810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2pPr>
            <a:lvl3pPr indent="-381000" lvl="2" marL="1371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3pPr>
            <a:lvl4pPr indent="-381000" lvl="3" marL="18288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4pPr>
            <a:lvl5pPr indent="-381000" lvl="4" marL="2286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9pPr>
          </a:lstStyle>
          <a:p/>
        </p:txBody>
      </p:sp>
      <p:sp>
        <p:nvSpPr>
          <p:cNvPr id="83" name="Google Shape;83;p52"/>
          <p:cNvSpPr txBox="1"/>
          <p:nvPr>
            <p:ph idx="3" type="body"/>
          </p:nvPr>
        </p:nvSpPr>
        <p:spPr>
          <a:xfrm>
            <a:off x="6351361" y="1588698"/>
            <a:ext cx="4754880" cy="877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52"/>
          <p:cNvSpPr txBox="1"/>
          <p:nvPr>
            <p:ph idx="4" type="body"/>
          </p:nvPr>
        </p:nvSpPr>
        <p:spPr>
          <a:xfrm>
            <a:off x="6351361" y="2636912"/>
            <a:ext cx="4754880" cy="396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400"/>
              <a:buChar char="🞑"/>
              <a:defRPr sz="2400"/>
            </a:lvl1pPr>
            <a:lvl2pPr indent="-3810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2pPr>
            <a:lvl3pPr indent="-381000" lvl="2" marL="1371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3pPr>
            <a:lvl4pPr indent="-381000" lvl="3" marL="18288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4pPr>
            <a:lvl5pPr indent="-381000" lvl="4" marL="2286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9pPr>
          </a:lstStyle>
          <a:p/>
        </p:txBody>
      </p:sp>
      <p:sp>
        <p:nvSpPr>
          <p:cNvPr id="85" name="Google Shape;85;p52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2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2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88" name="Google Shape;88;p52"/>
          <p:cNvCxnSpPr/>
          <p:nvPr/>
        </p:nvCxnSpPr>
        <p:spPr>
          <a:xfrm>
            <a:off x="1054127" y="2492896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" name="Google Shape;89;p52"/>
          <p:cNvCxnSpPr/>
          <p:nvPr/>
        </p:nvCxnSpPr>
        <p:spPr>
          <a:xfrm>
            <a:off x="6456134" y="2492896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" name="Google Shape;90;p52"/>
          <p:cNvCxnSpPr/>
          <p:nvPr/>
        </p:nvCxnSpPr>
        <p:spPr>
          <a:xfrm>
            <a:off x="1126154" y="2492896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52"/>
          <p:cNvCxnSpPr/>
          <p:nvPr/>
        </p:nvCxnSpPr>
        <p:spPr>
          <a:xfrm>
            <a:off x="6456134" y="2492896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52"/>
          <p:cNvCxnSpPr/>
          <p:nvPr/>
        </p:nvCxnSpPr>
        <p:spPr>
          <a:xfrm>
            <a:off x="1104021" y="2475548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52"/>
          <p:cNvCxnSpPr/>
          <p:nvPr/>
        </p:nvCxnSpPr>
        <p:spPr>
          <a:xfrm>
            <a:off x="6473282" y="2475548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3"/>
          <p:cNvSpPr txBox="1"/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3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3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3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4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4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4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5"/>
          <p:cNvSpPr txBox="1"/>
          <p:nvPr>
            <p:ph type="title"/>
          </p:nvPr>
        </p:nvSpPr>
        <p:spPr>
          <a:xfrm>
            <a:off x="0" y="1124712"/>
            <a:ext cx="11887200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5"/>
          <p:cNvSpPr txBox="1"/>
          <p:nvPr>
            <p:ph idx="1" type="body"/>
          </p:nvPr>
        </p:nvSpPr>
        <p:spPr>
          <a:xfrm>
            <a:off x="6863378" y="2590802"/>
            <a:ext cx="4754880" cy="3686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4064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4064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4064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4064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9pPr>
          </a:lstStyle>
          <a:p/>
        </p:txBody>
      </p:sp>
      <p:sp>
        <p:nvSpPr>
          <p:cNvPr id="106" name="Google Shape;106;p55"/>
          <p:cNvSpPr txBox="1"/>
          <p:nvPr>
            <p:ph idx="2" type="body"/>
          </p:nvPr>
        </p:nvSpPr>
        <p:spPr>
          <a:xfrm>
            <a:off x="1201269" y="2039111"/>
            <a:ext cx="4754880" cy="4224528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274300" lIns="292600" spcFirstLastPara="1" rIns="274300" wrap="square" tIns="2743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sz="28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7" name="Google Shape;107;p55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55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5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6"/>
          <p:cNvSpPr txBox="1"/>
          <p:nvPr>
            <p:ph type="title"/>
          </p:nvPr>
        </p:nvSpPr>
        <p:spPr>
          <a:xfrm>
            <a:off x="0" y="1124712"/>
            <a:ext cx="11887200" cy="914400"/>
          </a:xfrm>
          <a:prstGeom prst="rect">
            <a:avLst/>
          </a:prstGeom>
          <a:solidFill>
            <a:srgbClr val="7E8C4D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56"/>
          <p:cNvSpPr/>
          <p:nvPr>
            <p:ph idx="2" type="pic"/>
          </p:nvPr>
        </p:nvSpPr>
        <p:spPr>
          <a:xfrm>
            <a:off x="7317317" y="2048256"/>
            <a:ext cx="4569884" cy="420624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56"/>
          <p:cNvSpPr txBox="1"/>
          <p:nvPr>
            <p:ph idx="1" type="body"/>
          </p:nvPr>
        </p:nvSpPr>
        <p:spPr>
          <a:xfrm>
            <a:off x="1219200" y="2039112"/>
            <a:ext cx="6096001" cy="4224528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274300" lIns="292600" spcFirstLastPara="1" rIns="274300" wrap="square" tIns="2743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4" name="Google Shape;114;p56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56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56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上的圖片">
  <p:cSld name="標題上的圖片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7"/>
          <p:cNvSpPr txBox="1"/>
          <p:nvPr>
            <p:ph type="ctrTitle"/>
          </p:nvPr>
        </p:nvSpPr>
        <p:spPr>
          <a:xfrm>
            <a:off x="0" y="4114800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b" bIns="137150" lIns="1188700" spcFirstLastPara="1" rIns="274300" wrap="square" tIns="13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57"/>
          <p:cNvSpPr txBox="1"/>
          <p:nvPr>
            <p:ph idx="1" type="subTitle"/>
          </p:nvPr>
        </p:nvSpPr>
        <p:spPr>
          <a:xfrm>
            <a:off x="1219200" y="5002307"/>
            <a:ext cx="10668000" cy="1855695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137150" lIns="292600" spcFirstLastPara="1" rIns="274300" wrap="square" tIns="137150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0" name="Google Shape;120;p57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57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57"/>
          <p:cNvSpPr/>
          <p:nvPr>
            <p:ph idx="2" type="pic"/>
          </p:nvPr>
        </p:nvSpPr>
        <p:spPr>
          <a:xfrm>
            <a:off x="1236133" y="1129553"/>
            <a:ext cx="10651067" cy="298094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張含標題圖片">
  <p:cSld name="2 張含標題圖片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8"/>
          <p:cNvSpPr txBox="1"/>
          <p:nvPr>
            <p:ph type="ctrTitle"/>
          </p:nvPr>
        </p:nvSpPr>
        <p:spPr>
          <a:xfrm>
            <a:off x="0" y="4114800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b" bIns="137150" lIns="1188700" spcFirstLastPara="1" rIns="274300" wrap="square" tIns="13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58"/>
          <p:cNvSpPr txBox="1"/>
          <p:nvPr>
            <p:ph idx="1" type="subTitle"/>
          </p:nvPr>
        </p:nvSpPr>
        <p:spPr>
          <a:xfrm>
            <a:off x="1219200" y="5002307"/>
            <a:ext cx="10668000" cy="1855695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137150" lIns="292600" spcFirstLastPara="1" rIns="274300" wrap="square" tIns="137150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6" name="Google Shape;126;p58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58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58"/>
          <p:cNvSpPr/>
          <p:nvPr>
            <p:ph idx="2" type="pic"/>
          </p:nvPr>
        </p:nvSpPr>
        <p:spPr>
          <a:xfrm>
            <a:off x="1236133" y="1129553"/>
            <a:ext cx="5315712" cy="2980944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58"/>
          <p:cNvSpPr/>
          <p:nvPr>
            <p:ph idx="3" type="pic"/>
          </p:nvPr>
        </p:nvSpPr>
        <p:spPr>
          <a:xfrm>
            <a:off x="6571488" y="1129553"/>
            <a:ext cx="5315712" cy="298094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張含標題圖片">
  <p:cSld name="3 張含標題圖片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9"/>
          <p:cNvSpPr txBox="1"/>
          <p:nvPr>
            <p:ph type="ctrTitle"/>
          </p:nvPr>
        </p:nvSpPr>
        <p:spPr>
          <a:xfrm>
            <a:off x="0" y="4114800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b" bIns="137150" lIns="1188700" spcFirstLastPara="1" rIns="274300" wrap="square" tIns="13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9"/>
          <p:cNvSpPr txBox="1"/>
          <p:nvPr>
            <p:ph idx="1" type="subTitle"/>
          </p:nvPr>
        </p:nvSpPr>
        <p:spPr>
          <a:xfrm>
            <a:off x="1219200" y="5002307"/>
            <a:ext cx="10668000" cy="1855695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137150" lIns="292600" spcFirstLastPara="1" rIns="274300" wrap="square" tIns="137150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3" name="Google Shape;133;p59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9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59"/>
          <p:cNvSpPr/>
          <p:nvPr>
            <p:ph idx="2" type="pic"/>
          </p:nvPr>
        </p:nvSpPr>
        <p:spPr>
          <a:xfrm>
            <a:off x="1236133" y="1129553"/>
            <a:ext cx="8802624" cy="2980944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59"/>
          <p:cNvSpPr/>
          <p:nvPr>
            <p:ph idx="3" type="pic"/>
          </p:nvPr>
        </p:nvSpPr>
        <p:spPr>
          <a:xfrm>
            <a:off x="10058401" y="1129553"/>
            <a:ext cx="1828800" cy="1481328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59"/>
          <p:cNvSpPr/>
          <p:nvPr>
            <p:ph idx="4" type="pic"/>
          </p:nvPr>
        </p:nvSpPr>
        <p:spPr>
          <a:xfrm>
            <a:off x="10058401" y="2629169"/>
            <a:ext cx="1828800" cy="148132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0"/>
          <p:cNvSpPr txBox="1"/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0"/>
          <p:cNvSpPr txBox="1"/>
          <p:nvPr>
            <p:ph idx="1" type="body"/>
          </p:nvPr>
        </p:nvSpPr>
        <p:spPr>
          <a:xfrm rot="5400000">
            <a:off x="3737525" y="-1629347"/>
            <a:ext cx="4781545" cy="1100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800"/>
              <a:buChar char="🞑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4pPr>
            <a:lvl5pPr indent="-431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Char char="🞑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9pPr>
          </a:lstStyle>
          <a:p/>
        </p:txBody>
      </p:sp>
      <p:sp>
        <p:nvSpPr>
          <p:cNvPr id="141" name="Google Shape;141;p60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60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60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1"/>
          <p:cNvSpPr txBox="1"/>
          <p:nvPr>
            <p:ph type="title"/>
          </p:nvPr>
        </p:nvSpPr>
        <p:spPr>
          <a:xfrm rot="5400000">
            <a:off x="8493033" y="3286593"/>
            <a:ext cx="5533278" cy="1219201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685800" lIns="274300" spcFirstLastPara="1" rIns="274300" wrap="square" tIns="6858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61"/>
          <p:cNvSpPr txBox="1"/>
          <p:nvPr>
            <p:ph idx="1" type="body"/>
          </p:nvPr>
        </p:nvSpPr>
        <p:spPr>
          <a:xfrm rot="5400000">
            <a:off x="3503115" y="-278310"/>
            <a:ext cx="4542304" cy="8568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800"/>
              <a:buChar char="🞑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4pPr>
            <a:lvl5pPr indent="-431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Char char="🞑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9pPr>
          </a:lstStyle>
          <a:p/>
        </p:txBody>
      </p:sp>
      <p:sp>
        <p:nvSpPr>
          <p:cNvPr id="147" name="Google Shape;147;p61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61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61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2"/>
          <p:cNvSpPr/>
          <p:nvPr/>
        </p:nvSpPr>
        <p:spPr>
          <a:xfrm>
            <a:off x="2" y="-1"/>
            <a:ext cx="3213100" cy="6858000"/>
          </a:xfrm>
          <a:prstGeom prst="rect">
            <a:avLst/>
          </a:prstGeom>
          <a:solidFill>
            <a:srgbClr val="7E8C4D">
              <a:alpha val="7607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" name="Google Shape;152;p62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62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62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3"/>
          <p:cNvSpPr txBox="1"/>
          <p:nvPr>
            <p:ph type="title"/>
          </p:nvPr>
        </p:nvSpPr>
        <p:spPr>
          <a:xfrm>
            <a:off x="838080" y="365040"/>
            <a:ext cx="10515360" cy="132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icrosoft JhengHe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7" name="Google Shape;157;p63"/>
          <p:cNvSpPr txBox="1"/>
          <p:nvPr>
            <p:ph idx="1" type="body"/>
          </p:nvPr>
        </p:nvSpPr>
        <p:spPr>
          <a:xfrm>
            <a:off x="838080" y="1825560"/>
            <a:ext cx="10515360" cy="4350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1pPr>
            <a:lvl2pPr indent="-2286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3pPr>
            <a:lvl4pPr indent="-2286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5pPr>
            <a:lvl6pPr indent="-3429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63"/>
          <p:cNvSpPr txBox="1"/>
          <p:nvPr>
            <p:ph idx="12" type="sldNum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tx">
  <p:cSld name="TITLE_AND_BOD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4"/>
          <p:cNvSpPr txBox="1"/>
          <p:nvPr>
            <p:ph type="title"/>
          </p:nvPr>
        </p:nvSpPr>
        <p:spPr>
          <a:xfrm>
            <a:off x="989399" y="395289"/>
            <a:ext cx="10213201" cy="1112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icrosoft JhengHe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1" name="Google Shape;161;p64"/>
          <p:cNvSpPr txBox="1"/>
          <p:nvPr>
            <p:ph idx="1" type="body"/>
          </p:nvPr>
        </p:nvSpPr>
        <p:spPr>
          <a:xfrm>
            <a:off x="989399" y="1685925"/>
            <a:ext cx="10213201" cy="4040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1pPr>
            <a:lvl2pPr indent="-2286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3pPr>
            <a:lvl4pPr indent="-2286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5pPr>
            <a:lvl6pPr indent="-3429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64"/>
          <p:cNvSpPr txBox="1"/>
          <p:nvPr>
            <p:ph idx="12" type="sldNum"/>
          </p:nvPr>
        </p:nvSpPr>
        <p:spPr>
          <a:xfrm>
            <a:off x="11461009" y="6459730"/>
            <a:ext cx="281941" cy="256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623400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800"/>
              <a:buChar char="🞑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4pPr>
            <a:lvl5pPr indent="-431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Char char="🞑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9pPr>
          </a:lstStyle>
          <a:p/>
        </p:txBody>
      </p:sp>
      <p:sp>
        <p:nvSpPr>
          <p:cNvPr id="174" name="Google Shape;174;p30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0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0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>
            <p:ph type="ctrTitle"/>
          </p:nvPr>
        </p:nvSpPr>
        <p:spPr>
          <a:xfrm>
            <a:off x="0" y="2157319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1" type="subTitle"/>
          </p:nvPr>
        </p:nvSpPr>
        <p:spPr>
          <a:xfrm>
            <a:off x="1219200" y="3034571"/>
            <a:ext cx="10668000" cy="3823447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91425" lIns="292600" spcFirstLastPara="1" rIns="274300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32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0" name="Google Shape;180;p33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3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3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含圖片">
  <p:cSld name="標題投影片含圖片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/>
          <p:nvPr>
            <p:ph type="ctrTitle"/>
          </p:nvPr>
        </p:nvSpPr>
        <p:spPr>
          <a:xfrm>
            <a:off x="0" y="5025435"/>
            <a:ext cx="11887200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4"/>
          <p:cNvSpPr txBox="1"/>
          <p:nvPr>
            <p:ph idx="1" type="subTitle"/>
          </p:nvPr>
        </p:nvSpPr>
        <p:spPr>
          <a:xfrm>
            <a:off x="1219200" y="5943600"/>
            <a:ext cx="10668000" cy="91440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91425" lIns="292600" spcFirstLastPara="1" rIns="274300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6" name="Google Shape;186;p34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4"/>
          <p:cNvSpPr/>
          <p:nvPr>
            <p:ph idx="2" type="pic"/>
          </p:nvPr>
        </p:nvSpPr>
        <p:spPr>
          <a:xfrm>
            <a:off x="1236140" y="1129553"/>
            <a:ext cx="10651067" cy="3886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區段標頭" type="secHead">
  <p:cSld name="SECTION_HEADER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/>
          <p:nvPr>
            <p:ph type="title"/>
          </p:nvPr>
        </p:nvSpPr>
        <p:spPr>
          <a:xfrm>
            <a:off x="0" y="3200399"/>
            <a:ext cx="118872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1" type="body"/>
          </p:nvPr>
        </p:nvSpPr>
        <p:spPr>
          <a:xfrm>
            <a:off x="1219200" y="5484607"/>
            <a:ext cx="10668000" cy="77724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ctr" bIns="91425" lIns="292600" spcFirstLastPara="1" rIns="274300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2" name="Google Shape;192;p35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5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/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" type="body"/>
          </p:nvPr>
        </p:nvSpPr>
        <p:spPr>
          <a:xfrm>
            <a:off x="719403" y="1628800"/>
            <a:ext cx="5184576" cy="48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800"/>
              <a:buChar char="🞑"/>
              <a:defRPr sz="2800"/>
            </a:lvl1pPr>
            <a:lvl2pPr indent="-4064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2pPr>
            <a:lvl3pPr indent="-406400" lvl="2" marL="1371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3pPr>
            <a:lvl4pPr indent="-406400" lvl="3" marL="18288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4pPr>
            <a:lvl5pPr indent="-406400" lvl="4" marL="2286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9pPr>
          </a:lstStyle>
          <a:p/>
        </p:txBody>
      </p:sp>
      <p:sp>
        <p:nvSpPr>
          <p:cNvPr id="198" name="Google Shape;198;p36"/>
          <p:cNvSpPr txBox="1"/>
          <p:nvPr>
            <p:ph idx="2" type="body"/>
          </p:nvPr>
        </p:nvSpPr>
        <p:spPr>
          <a:xfrm>
            <a:off x="6576055" y="1628800"/>
            <a:ext cx="5184576" cy="48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800"/>
              <a:buChar char="🞑"/>
              <a:defRPr sz="2800"/>
            </a:lvl1pPr>
            <a:lvl2pPr indent="-4064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2pPr>
            <a:lvl3pPr indent="-406400" lvl="2" marL="1371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3pPr>
            <a:lvl4pPr indent="-406400" lvl="3" marL="18288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4pPr>
            <a:lvl5pPr indent="-406400" lvl="4" marL="2286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9pPr>
          </a:lstStyle>
          <a:p/>
        </p:txBody>
      </p:sp>
      <p:sp>
        <p:nvSpPr>
          <p:cNvPr id="199" name="Google Shape;199;p36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6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6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 txBox="1"/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7"/>
          <p:cNvSpPr txBox="1"/>
          <p:nvPr>
            <p:ph idx="1" type="body"/>
          </p:nvPr>
        </p:nvSpPr>
        <p:spPr>
          <a:xfrm>
            <a:off x="982100" y="1588698"/>
            <a:ext cx="4754880" cy="877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5" name="Google Shape;205;p37"/>
          <p:cNvSpPr txBox="1"/>
          <p:nvPr>
            <p:ph idx="2" type="body"/>
          </p:nvPr>
        </p:nvSpPr>
        <p:spPr>
          <a:xfrm>
            <a:off x="982100" y="2636912"/>
            <a:ext cx="4754880" cy="396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400"/>
              <a:buChar char="🞑"/>
              <a:defRPr sz="2400"/>
            </a:lvl1pPr>
            <a:lvl2pPr indent="-3810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2pPr>
            <a:lvl3pPr indent="-381000" lvl="2" marL="1371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3pPr>
            <a:lvl4pPr indent="-381000" lvl="3" marL="18288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4pPr>
            <a:lvl5pPr indent="-381000" lvl="4" marL="2286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9pPr>
          </a:lstStyle>
          <a:p/>
        </p:txBody>
      </p:sp>
      <p:sp>
        <p:nvSpPr>
          <p:cNvPr id="206" name="Google Shape;206;p37"/>
          <p:cNvSpPr txBox="1"/>
          <p:nvPr>
            <p:ph idx="3" type="body"/>
          </p:nvPr>
        </p:nvSpPr>
        <p:spPr>
          <a:xfrm>
            <a:off x="6351361" y="1588698"/>
            <a:ext cx="4754880" cy="877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7" name="Google Shape;207;p37"/>
          <p:cNvSpPr txBox="1"/>
          <p:nvPr>
            <p:ph idx="4" type="body"/>
          </p:nvPr>
        </p:nvSpPr>
        <p:spPr>
          <a:xfrm>
            <a:off x="6351361" y="2636912"/>
            <a:ext cx="4754880" cy="396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400"/>
              <a:buChar char="🞑"/>
              <a:defRPr sz="2400"/>
            </a:lvl1pPr>
            <a:lvl2pPr indent="-381000" lvl="1" marL="914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2pPr>
            <a:lvl3pPr indent="-381000" lvl="2" marL="1371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3pPr>
            <a:lvl4pPr indent="-381000" lvl="3" marL="18288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4pPr>
            <a:lvl5pPr indent="-381000" lvl="4" marL="2286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9pPr>
          </a:lstStyle>
          <a:p/>
        </p:txBody>
      </p:sp>
      <p:sp>
        <p:nvSpPr>
          <p:cNvPr id="208" name="Google Shape;208;p37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7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7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211" name="Google Shape;211;p37"/>
          <p:cNvCxnSpPr/>
          <p:nvPr/>
        </p:nvCxnSpPr>
        <p:spPr>
          <a:xfrm>
            <a:off x="1054134" y="2492896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37"/>
          <p:cNvCxnSpPr/>
          <p:nvPr/>
        </p:nvCxnSpPr>
        <p:spPr>
          <a:xfrm>
            <a:off x="6456142" y="2492896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37"/>
          <p:cNvCxnSpPr/>
          <p:nvPr/>
        </p:nvCxnSpPr>
        <p:spPr>
          <a:xfrm>
            <a:off x="1126162" y="2492896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37"/>
          <p:cNvCxnSpPr/>
          <p:nvPr/>
        </p:nvCxnSpPr>
        <p:spPr>
          <a:xfrm>
            <a:off x="6456142" y="2492896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37"/>
          <p:cNvCxnSpPr/>
          <p:nvPr/>
        </p:nvCxnSpPr>
        <p:spPr>
          <a:xfrm>
            <a:off x="1104028" y="2475548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37"/>
          <p:cNvCxnSpPr/>
          <p:nvPr/>
        </p:nvCxnSpPr>
        <p:spPr>
          <a:xfrm>
            <a:off x="6473283" y="2475548"/>
            <a:ext cx="4511040" cy="1588"/>
          </a:xfrm>
          <a:prstGeom prst="straightConnector1">
            <a:avLst/>
          </a:prstGeom>
          <a:noFill/>
          <a:ln cap="flat" cmpd="sng" w="38100">
            <a:solidFill>
              <a:srgbClr val="D5D9C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8"/>
          <p:cNvSpPr txBox="1"/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8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8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8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9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9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 txBox="1"/>
          <p:nvPr>
            <p:ph type="title"/>
          </p:nvPr>
        </p:nvSpPr>
        <p:spPr>
          <a:xfrm>
            <a:off x="0" y="1124712"/>
            <a:ext cx="11887200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40"/>
          <p:cNvSpPr txBox="1"/>
          <p:nvPr>
            <p:ph idx="1" type="body"/>
          </p:nvPr>
        </p:nvSpPr>
        <p:spPr>
          <a:xfrm>
            <a:off x="6863379" y="2590818"/>
            <a:ext cx="4754880" cy="3686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4064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4064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4064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4064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9pPr>
          </a:lstStyle>
          <a:p/>
        </p:txBody>
      </p:sp>
      <p:sp>
        <p:nvSpPr>
          <p:cNvPr id="229" name="Google Shape;229;p40"/>
          <p:cNvSpPr txBox="1"/>
          <p:nvPr>
            <p:ph idx="2" type="body"/>
          </p:nvPr>
        </p:nvSpPr>
        <p:spPr>
          <a:xfrm>
            <a:off x="1201269" y="2039111"/>
            <a:ext cx="4754880" cy="4224528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274300" lIns="292600" spcFirstLastPara="1" rIns="274300" wrap="square" tIns="2743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sz="28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30" name="Google Shape;230;p40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40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40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/>
          <p:nvPr>
            <p:ph type="title"/>
          </p:nvPr>
        </p:nvSpPr>
        <p:spPr>
          <a:xfrm>
            <a:off x="0" y="1124712"/>
            <a:ext cx="11887200" cy="914400"/>
          </a:xfrm>
          <a:prstGeom prst="rect">
            <a:avLst/>
          </a:prstGeom>
          <a:solidFill>
            <a:srgbClr val="7E8C4D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1"/>
          <p:cNvSpPr/>
          <p:nvPr>
            <p:ph idx="2" type="pic"/>
          </p:nvPr>
        </p:nvSpPr>
        <p:spPr>
          <a:xfrm>
            <a:off x="7317318" y="2048256"/>
            <a:ext cx="4569884" cy="420624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41"/>
          <p:cNvSpPr txBox="1"/>
          <p:nvPr>
            <p:ph idx="1" type="body"/>
          </p:nvPr>
        </p:nvSpPr>
        <p:spPr>
          <a:xfrm>
            <a:off x="1219208" y="2039112"/>
            <a:ext cx="6096001" cy="4224528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274300" lIns="292600" spcFirstLastPara="1" rIns="274300" wrap="square" tIns="2743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37" name="Google Shape;237;p41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1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41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上的圖片">
  <p:cSld name="標題上的圖片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2"/>
          <p:cNvSpPr txBox="1"/>
          <p:nvPr>
            <p:ph type="ctrTitle"/>
          </p:nvPr>
        </p:nvSpPr>
        <p:spPr>
          <a:xfrm>
            <a:off x="0" y="4114800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b" bIns="137150" lIns="1188700" spcFirstLastPara="1" rIns="274300" wrap="square" tIns="13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42"/>
          <p:cNvSpPr txBox="1"/>
          <p:nvPr>
            <p:ph idx="1" type="subTitle"/>
          </p:nvPr>
        </p:nvSpPr>
        <p:spPr>
          <a:xfrm>
            <a:off x="1219200" y="5002323"/>
            <a:ext cx="10668000" cy="1855695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137150" lIns="292600" spcFirstLastPara="1" rIns="274300" wrap="square" tIns="137150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42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42"/>
          <p:cNvSpPr/>
          <p:nvPr>
            <p:ph idx="2" type="pic"/>
          </p:nvPr>
        </p:nvSpPr>
        <p:spPr>
          <a:xfrm>
            <a:off x="1236140" y="1129553"/>
            <a:ext cx="10651067" cy="298094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張含標題圖片">
  <p:cSld name="2 張含標題圖片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/>
          <p:nvPr>
            <p:ph type="ctrTitle"/>
          </p:nvPr>
        </p:nvSpPr>
        <p:spPr>
          <a:xfrm>
            <a:off x="0" y="4114800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b" bIns="137150" lIns="1188700" spcFirstLastPara="1" rIns="274300" wrap="square" tIns="13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3"/>
          <p:cNvSpPr txBox="1"/>
          <p:nvPr>
            <p:ph idx="1" type="subTitle"/>
          </p:nvPr>
        </p:nvSpPr>
        <p:spPr>
          <a:xfrm>
            <a:off x="1219200" y="5002323"/>
            <a:ext cx="10668000" cy="1855695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137150" lIns="292600" spcFirstLastPara="1" rIns="274300" wrap="square" tIns="137150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49" name="Google Shape;249;p43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3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43"/>
          <p:cNvSpPr/>
          <p:nvPr>
            <p:ph idx="2" type="pic"/>
          </p:nvPr>
        </p:nvSpPr>
        <p:spPr>
          <a:xfrm>
            <a:off x="1236133" y="1129553"/>
            <a:ext cx="5315712" cy="2980944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43"/>
          <p:cNvSpPr/>
          <p:nvPr>
            <p:ph idx="3" type="pic"/>
          </p:nvPr>
        </p:nvSpPr>
        <p:spPr>
          <a:xfrm>
            <a:off x="6571488" y="1129553"/>
            <a:ext cx="5315712" cy="298094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張含標題圖片">
  <p:cSld name="3 張含標題圖片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4"/>
          <p:cNvSpPr txBox="1"/>
          <p:nvPr>
            <p:ph type="ctrTitle"/>
          </p:nvPr>
        </p:nvSpPr>
        <p:spPr>
          <a:xfrm>
            <a:off x="0" y="4114800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b" bIns="137150" lIns="1188700" spcFirstLastPara="1" rIns="274300" wrap="square" tIns="13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44"/>
          <p:cNvSpPr txBox="1"/>
          <p:nvPr>
            <p:ph idx="1" type="subTitle"/>
          </p:nvPr>
        </p:nvSpPr>
        <p:spPr>
          <a:xfrm>
            <a:off x="1219200" y="5002323"/>
            <a:ext cx="10668000" cy="1855695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t" bIns="137150" lIns="292600" spcFirstLastPara="1" rIns="274300" wrap="square" tIns="137150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56" name="Google Shape;256;p44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44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44"/>
          <p:cNvSpPr/>
          <p:nvPr>
            <p:ph idx="2" type="pic"/>
          </p:nvPr>
        </p:nvSpPr>
        <p:spPr>
          <a:xfrm>
            <a:off x="1236133" y="1129553"/>
            <a:ext cx="8802624" cy="2980944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44"/>
          <p:cNvSpPr/>
          <p:nvPr>
            <p:ph idx="3" type="pic"/>
          </p:nvPr>
        </p:nvSpPr>
        <p:spPr>
          <a:xfrm>
            <a:off x="10058401" y="1129553"/>
            <a:ext cx="1828800" cy="1481328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44"/>
          <p:cNvSpPr/>
          <p:nvPr>
            <p:ph idx="4" type="pic"/>
          </p:nvPr>
        </p:nvSpPr>
        <p:spPr>
          <a:xfrm>
            <a:off x="10058401" y="2629169"/>
            <a:ext cx="1828800" cy="148132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5"/>
          <p:cNvSpPr txBox="1"/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45"/>
          <p:cNvSpPr txBox="1"/>
          <p:nvPr>
            <p:ph idx="1" type="body"/>
          </p:nvPr>
        </p:nvSpPr>
        <p:spPr>
          <a:xfrm rot="5400000">
            <a:off x="3737532" y="-1629347"/>
            <a:ext cx="4781545" cy="1100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800"/>
              <a:buChar char="🞑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4pPr>
            <a:lvl5pPr indent="-431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Char char="🞑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9pPr>
          </a:lstStyle>
          <a:p/>
        </p:txBody>
      </p:sp>
      <p:sp>
        <p:nvSpPr>
          <p:cNvPr id="264" name="Google Shape;264;p45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45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5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6"/>
          <p:cNvSpPr txBox="1"/>
          <p:nvPr>
            <p:ph type="title"/>
          </p:nvPr>
        </p:nvSpPr>
        <p:spPr>
          <a:xfrm rot="5400000">
            <a:off x="8493042" y="3286593"/>
            <a:ext cx="5533278" cy="1219201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685800" lIns="274300" spcFirstLastPara="1" rIns="274300" wrap="square" tIns="6858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46"/>
          <p:cNvSpPr txBox="1"/>
          <p:nvPr>
            <p:ph idx="1" type="body"/>
          </p:nvPr>
        </p:nvSpPr>
        <p:spPr>
          <a:xfrm rot="5400000">
            <a:off x="3503118" y="-278311"/>
            <a:ext cx="4542304" cy="8568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800"/>
              <a:buChar char="🞑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4pPr>
            <a:lvl5pPr indent="-431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Char char="🞑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9pPr>
          </a:lstStyle>
          <a:p/>
        </p:txBody>
      </p:sp>
      <p:sp>
        <p:nvSpPr>
          <p:cNvPr id="270" name="Google Shape;270;p46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46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6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7"/>
          <p:cNvSpPr/>
          <p:nvPr/>
        </p:nvSpPr>
        <p:spPr>
          <a:xfrm>
            <a:off x="3" y="-1"/>
            <a:ext cx="3213100" cy="6858000"/>
          </a:xfrm>
          <a:prstGeom prst="rect">
            <a:avLst/>
          </a:prstGeom>
          <a:solidFill>
            <a:srgbClr val="7E8C4D">
              <a:alpha val="7607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5" name="Google Shape;275;p47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7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47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40.xml"/><Relationship Id="rId1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3E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989399" y="395289"/>
            <a:ext cx="10213201" cy="1112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b="0" i="0" sz="32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b="0" i="0" sz="32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b="0" i="0" sz="32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b="0" i="0" sz="32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b="0" i="0" sz="32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b="0" i="0" sz="32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b="0" i="0" sz="32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b="0" i="0" sz="32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b="0" i="0" sz="32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556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nir"/>
              <a:buChar char="·"/>
              <a:defRPr b="0" i="0" sz="2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nir"/>
              <a:buChar char="·"/>
              <a:defRPr b="0" i="0" sz="2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55600" lvl="4" marL="22860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nir"/>
              <a:buChar char="·"/>
              <a:defRPr b="0" i="0" sz="2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55600" lvl="5" marL="2743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nir"/>
              <a:buChar char="•"/>
              <a:defRPr b="0" i="0" sz="2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55600" lvl="6" marL="32004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nir"/>
              <a:buChar char="•"/>
              <a:defRPr b="0" i="0" sz="2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55600" lvl="7" marL="3657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nir"/>
              <a:buChar char="•"/>
              <a:defRPr b="0" i="0" sz="2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55600" lvl="8" marL="41148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nir"/>
              <a:buChar char="•"/>
              <a:defRPr b="0" i="0" sz="2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2" type="sldNum"/>
          </p:nvPr>
        </p:nvSpPr>
        <p:spPr>
          <a:xfrm>
            <a:off x="11461009" y="6459730"/>
            <a:ext cx="281941" cy="256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b="0" i="0" sz="1000" u="none" cap="none" strike="noStrik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b="0" i="0" sz="44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623393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marR="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Noto Sans Symbols"/>
              <a:buChar char="🞑"/>
              <a:defRPr b="0" i="0" sz="36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431800" lvl="1" marL="914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0630B"/>
              </a:buClr>
              <a:buSzPts val="3200"/>
              <a:buFont typeface="Noto Sans Symbols"/>
              <a:buChar char="🞑"/>
              <a:defRPr b="0" i="0" sz="32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431800" lvl="2" marL="13716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🞑"/>
              <a:defRPr b="0" i="0" sz="32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431800" lvl="3" marL="18288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0630B"/>
              </a:buClr>
              <a:buSzPts val="3200"/>
              <a:buFont typeface="Noto Sans Symbols"/>
              <a:buChar char="🞑"/>
              <a:defRPr b="0" i="0" sz="32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431800" lvl="4" marL="22860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🞑"/>
              <a:defRPr b="0" i="0" sz="32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rgbClr val="50630B"/>
              </a:buClr>
              <a:buSzPts val="1800"/>
              <a:buFont typeface="Noto Sans Symbols"/>
              <a:buChar char="🞑"/>
              <a:defRPr b="0" i="0" sz="18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🞑"/>
              <a:defRPr b="0" i="0" sz="18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rgbClr val="50630B"/>
              </a:buClr>
              <a:buSzPts val="1800"/>
              <a:buFont typeface="Noto Sans Symbols"/>
              <a:buChar char="🞑"/>
              <a:defRPr b="0" i="0" sz="18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🞑"/>
              <a:defRPr b="0" i="0" sz="18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3" name="Google Shape;43;p26"/>
          <p:cNvSpPr txBox="1"/>
          <p:nvPr>
            <p:ph idx="10" type="dt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4" name="Google Shape;44;p26"/>
          <p:cNvSpPr txBox="1"/>
          <p:nvPr>
            <p:ph idx="11" type="ftr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5" name="Google Shape;45;p26"/>
          <p:cNvSpPr txBox="1"/>
          <p:nvPr>
            <p:ph idx="12" type="sldNum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6" name="Google Shape;46;p26"/>
          <p:cNvSpPr/>
          <p:nvPr/>
        </p:nvSpPr>
        <p:spPr>
          <a:xfrm>
            <a:off x="1219200" y="0"/>
            <a:ext cx="106658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7" name="Google Shape;47;p26"/>
          <p:cNvSpPr/>
          <p:nvPr/>
        </p:nvSpPr>
        <p:spPr>
          <a:xfrm>
            <a:off x="1219200" y="6675120"/>
            <a:ext cx="10665884" cy="18288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45700" lIns="1188700" spcFirstLastPara="1" rIns="27430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b="0" i="0" sz="44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623400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marR="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Noto Sans Symbols"/>
              <a:buChar char="🞑"/>
              <a:defRPr b="0" i="0" sz="36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431800" lvl="1" marL="914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0630B"/>
              </a:buClr>
              <a:buSzPts val="3200"/>
              <a:buFont typeface="Noto Sans Symbols"/>
              <a:buChar char="🞑"/>
              <a:defRPr b="0" i="0" sz="32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431800" lvl="2" marL="13716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🞑"/>
              <a:defRPr b="0" i="0" sz="32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431800" lvl="3" marL="18288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0630B"/>
              </a:buClr>
              <a:buSzPts val="3200"/>
              <a:buFont typeface="Noto Sans Symbols"/>
              <a:buChar char="🞑"/>
              <a:defRPr b="0" i="0" sz="32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431800" lvl="4" marL="22860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🞑"/>
              <a:defRPr b="0" i="0" sz="32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rgbClr val="50630B"/>
              </a:buClr>
              <a:buSzPts val="1800"/>
              <a:buFont typeface="Noto Sans Symbols"/>
              <a:buChar char="🞑"/>
              <a:defRPr b="0" i="0" sz="18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🞑"/>
              <a:defRPr b="0" i="0" sz="18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rgbClr val="50630B"/>
              </a:buClr>
              <a:buSzPts val="1800"/>
              <a:buFont typeface="Noto Sans Symbols"/>
              <a:buChar char="🞑"/>
              <a:defRPr b="0" i="0" sz="18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🞑"/>
              <a:defRPr b="0" i="0" sz="18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6" name="Google Shape;166;p29"/>
          <p:cNvSpPr txBox="1"/>
          <p:nvPr>
            <p:ph idx="10" type="dt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7" name="Google Shape;167;p29"/>
          <p:cNvSpPr txBox="1"/>
          <p:nvPr>
            <p:ph idx="11" type="ftr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8" name="Google Shape;168;p29"/>
          <p:cNvSpPr txBox="1"/>
          <p:nvPr>
            <p:ph idx="12" type="sldNum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9" name="Google Shape;169;p29"/>
          <p:cNvSpPr/>
          <p:nvPr/>
        </p:nvSpPr>
        <p:spPr>
          <a:xfrm>
            <a:off x="1219201" y="0"/>
            <a:ext cx="106658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0" name="Google Shape;170;p29"/>
          <p:cNvSpPr/>
          <p:nvPr/>
        </p:nvSpPr>
        <p:spPr>
          <a:xfrm>
            <a:off x="1219201" y="6675120"/>
            <a:ext cx="10665884" cy="18288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jpg"/><Relationship Id="rId4" Type="http://schemas.openxmlformats.org/officeDocument/2006/relationships/image" Target="../media/image11.png"/><Relationship Id="rId5" Type="http://schemas.openxmlformats.org/officeDocument/2006/relationships/image" Target="../media/image7.jpg"/><Relationship Id="rId6" Type="http://schemas.openxmlformats.org/officeDocument/2006/relationships/image" Target="../media/image9.jpg"/><Relationship Id="rId7" Type="http://schemas.openxmlformats.org/officeDocument/2006/relationships/image" Target="../media/image12.jpg"/><Relationship Id="rId8" Type="http://schemas.openxmlformats.org/officeDocument/2006/relationships/image" Target="../media/image8.jpg"/><Relationship Id="rId9" Type="http://schemas.openxmlformats.org/officeDocument/2006/relationships/image" Target="../media/image14.png"/><Relationship Id="rId10" Type="http://schemas.openxmlformats.org/officeDocument/2006/relationships/image" Target="../media/image5.jpg"/><Relationship Id="rId11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Relationship Id="rId4" Type="http://schemas.openxmlformats.org/officeDocument/2006/relationships/image" Target="../media/image9.jpg"/><Relationship Id="rId5" Type="http://schemas.openxmlformats.org/officeDocument/2006/relationships/image" Target="../media/image19.png"/><Relationship Id="rId6" Type="http://schemas.openxmlformats.org/officeDocument/2006/relationships/image" Target="../media/image1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jpg"/><Relationship Id="rId4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jpg"/><Relationship Id="rId4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Relationship Id="rId4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  <a:effectLst/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"/>
          <p:cNvSpPr txBox="1"/>
          <p:nvPr>
            <p:ph idx="4294967295" type="body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b="1" lang="zh-TW" sz="3200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陳仲豪</a:t>
            </a:r>
            <a:endParaRPr b="1"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sz="3200" b="1">
                <a:solidFill>
                  <a:srgbClr val="083344"/>
                </a:solidFill>
                <a:latin typeface="微軟正黑體"/>
              </a:rPr>
              <a:t/>
            </a:r>
            <a:endParaRPr b="1"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經歷：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學習身心健康30年</a:t>
            </a:r>
            <a:endParaRPr sz="24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身心靈健康產業21年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身心靈相關花超過</a:t>
            </a:r>
            <a:r>
              <a:rPr 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400萬</a:t>
            </a:r>
            <a:endParaRPr sz="24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台灣六萬名經銷商推薦第一名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拿過三家身心健康產業第一名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拿過20個以上銷售冠軍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經營過14家身心健康相關實體店，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學員超過10000人</a:t>
            </a:r>
            <a:endParaRPr sz="2200"/>
          </a:p>
        </p:txBody>
      </p:sp>
      <p:pic>
        <p:nvPicPr>
          <p:cNvPr descr="C:\Users\ASUS-w10\Desktop\大頭照片\FB大頭貼\1.jpg" id="283" name="Google Shape;283;p1"/>
          <p:cNvPicPr preferRelativeResize="0"/>
          <p:nvPr/>
        </p:nvPicPr>
        <p:blipFill rotWithShape="1">
          <a:blip r:embed="rId3">
            <a:alphaModFix/>
          </a:blip>
          <a:srcRect b="8171" l="2546" r="-2535" t="11140"/>
          <a:stretch/>
        </p:blipFill>
        <p:spPr>
          <a:xfrm>
            <a:off x="6205960" y="123984"/>
            <a:ext cx="5986040" cy="6440761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Rectangle 283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  <a:effectLst/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"/>
          <p:cNvSpPr txBox="1"/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b="1" lang="zh-TW" sz="3200">
                <a:solidFill>
                  <a:srgbClr val="083344"/>
                </a:solidFill>
                <a:latin typeface="微軟正黑體"/>
              </a:rPr>
              <a:t>     18歲上心靈課程訂下人生目標</a:t>
            </a:r>
            <a:endParaRPr b="1" sz="5000"/>
          </a:p>
        </p:txBody>
      </p:sp>
      <p:sp>
        <p:nvSpPr>
          <p:cNvPr id="289" name="Google Shape;289;p2"/>
          <p:cNvSpPr txBox="1"/>
          <p:nvPr>
            <p:ph idx="1" type="body"/>
          </p:nvPr>
        </p:nvSpPr>
        <p:spPr>
          <a:xfrm>
            <a:off x="0" y="2182653"/>
            <a:ext cx="11641394" cy="3225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一、身心靈健康整合平台(亞健康)</a:t>
            </a:r>
            <a:endParaRPr sz="3600">
              <a:solidFill>
                <a:srgbClr val="FF0000"/>
              </a:solidFill>
            </a:endParaRPr>
          </a:p>
          <a:p>
            <a:pPr indent="-114300" lvl="0" marL="34290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二、身心靈療癒中心(重症)</a:t>
            </a:r>
            <a:endParaRPr sz="3600"/>
          </a:p>
          <a:p>
            <a:pPr indent="-114300" lvl="0" marL="34290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三、身心靈學校&amp;養生村(根本解)</a:t>
            </a:r>
            <a:endParaRPr sz="3600"/>
          </a:p>
          <a:p>
            <a:pPr indent="0" lvl="0" marL="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400"/>
              <a:buNone/>
              <a:defRPr>
                <a:latin typeface="微軟正黑體"/>
              </a:defRPr>
            </a:pPr>
            <a:r>
              <a:t/>
            </a:r>
            <a:endParaRPr sz="3600"/>
          </a:p>
          <a:p>
            <a:pPr indent="-114300" lvl="0" marL="34290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t/>
            </a:r>
            <a:endParaRPr/>
          </a:p>
        </p:txBody>
      </p:sp>
      <p:pic>
        <p:nvPicPr>
          <p:cNvPr id="290" name="Google Shape;2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2475" y="2973550"/>
            <a:ext cx="5399525" cy="322568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Rectangle 290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  <a:effectLst/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"/>
          <p:cNvSpPr txBox="1"/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平台創立動機</a:t>
            </a:r>
            <a:endParaRPr/>
          </a:p>
        </p:txBody>
      </p:sp>
      <p:sp>
        <p:nvSpPr>
          <p:cNvPr id="296" name="Google Shape;296;p3"/>
          <p:cNvSpPr txBox="1"/>
          <p:nvPr>
            <p:ph idx="4294967295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fontScale="85000" lnSpcReduction="20000"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Char char="●"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消費者:幫助更多人身心靈的健康 快樂</a:t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Char char="●"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從業者:幫助從業者安身立命,進而幫助更多人 </a:t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Char char="●"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核心</a:t>
            </a: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:身心靈一站式的服務</a:t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Char char="●"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包含診所 運動教室 諮詢室 整脊室</a:t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None/>
              <a:defRPr>
                <a:latin typeface="微軟正黑體"/>
              </a:defRPr>
            </a:pPr>
            <a:r>
              <a:t/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101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None/>
              <a:defRPr>
                <a:latin typeface="微軟正黑體"/>
              </a:defRPr>
            </a:pPr>
            <a:r>
              <a:t/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None/>
              <a:defRPr>
                <a:latin typeface="微軟正黑體"/>
              </a:defRPr>
            </a:pPr>
            <a:r>
              <a:t/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None/>
              <a:defRPr>
                <a:latin typeface="微軟正黑體"/>
              </a:defRPr>
            </a:pPr>
            <a:r>
              <a:t/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7" name="Rectangle 296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  <a:effectLst/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"/>
          <p:cNvSpPr txBox="1"/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遇到大師指點 做出規劃</a:t>
            </a:r>
            <a:endParaRPr/>
          </a:p>
        </p:txBody>
      </p:sp>
      <p:sp>
        <p:nvSpPr>
          <p:cNvPr id="302" name="Google Shape;302;p5"/>
          <p:cNvSpPr txBox="1"/>
          <p:nvPr>
            <p:ph idx="4294967295" type="body"/>
          </p:nvPr>
        </p:nvSpPr>
        <p:spPr>
          <a:xfrm>
            <a:off x="153987" y="1450975"/>
            <a:ext cx="11884025" cy="5407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身心靈界的嚴選蝦皮，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身心靈界的全聯/SOGO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身心靈一站式的服務(諮詢 課程 產品)-定心 定靈</a:t>
            </a:r>
            <a:endParaRPr sz="28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/發掘天賦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業力處理/ 前世回溯/ 身體處理/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靈性定位，處理靈的問題</a:t>
            </a:r>
            <a:endParaRPr sz="28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真正幫助更多人身心靈的提升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靈魂導引/接引，連接主神，身心靈老師提升靈性 </a:t>
            </a:r>
            <a:endParaRPr sz="28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03" name="Google Shape;3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3843" y="1450975"/>
            <a:ext cx="3435075" cy="1374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9986" y="2959143"/>
            <a:ext cx="3435075" cy="2576299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Rectangle 304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  <a:effectLst/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"/>
          <p:cNvSpPr txBox="1"/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身心靈流程</a:t>
            </a:r>
            <a:endParaRPr/>
          </a:p>
        </p:txBody>
      </p:sp>
      <p:sp>
        <p:nvSpPr>
          <p:cNvPr id="323" name="Rectangle 32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ounded Rectangle 324"/>
          <p:cNvSpPr/>
          <p:nvPr/>
        </p:nvSpPr>
        <p:spPr>
          <a:xfrm>
            <a:off x="731520" y="1828800"/>
            <a:ext cx="3108960" cy="54864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600" b="1">
                <a:solidFill>
                  <a:srgbClr val="FFFFFF"/>
                </a:solidFill>
                <a:latin typeface="微軟正黑體"/>
              </a:rPr>
              <a:t>流量</a:t>
            </a:r>
          </a:p>
        </p:txBody>
      </p:sp>
      <p:sp>
        <p:nvSpPr>
          <p:cNvPr id="326" name="Rounded Rectangle 325"/>
          <p:cNvSpPr/>
          <p:nvPr/>
        </p:nvSpPr>
        <p:spPr>
          <a:xfrm>
            <a:off x="731520" y="2514600"/>
            <a:ext cx="3108960" cy="3291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>
                <a:latin typeface="微軟正黑體"/>
              </a:defRPr>
            </a:pPr>
            <a:r>
              <a:rPr sz="1400" b="0">
                <a:solidFill>
                  <a:srgbClr val="334155"/>
                </a:solidFill>
                <a:latin typeface="微軟正黑體"/>
              </a:rPr>
              <a:t>天：網站、自媒體、新聞、SEO</a:t>
            </a:r>
          </a:p>
          <a:p>
            <a:pPr algn="l">
              <a:defRPr>
                <a:latin typeface="微軟正黑體"/>
              </a:defRPr>
            </a:pPr>
          </a:p>
          <a:p>
            <a:pPr algn="l">
              <a:defRPr>
                <a:latin typeface="微軟正黑體"/>
              </a:defRPr>
            </a:pPr>
            <a:r>
              <a:rPr sz="1400" b="0">
                <a:solidFill>
                  <a:srgbClr val="334155"/>
                </a:solidFill>
                <a:latin typeface="微軟正黑體"/>
              </a:rPr>
              <a:t>地：店面</a:t>
            </a:r>
          </a:p>
          <a:p>
            <a:pPr algn="l">
              <a:defRPr>
                <a:latin typeface="微軟正黑體"/>
              </a:defRPr>
            </a:pPr>
          </a:p>
          <a:p>
            <a:pPr algn="l">
              <a:defRPr>
                <a:latin typeface="微軟正黑體"/>
              </a:defRPr>
            </a:pPr>
            <a:r>
              <a:rPr sz="1400" b="0">
                <a:solidFill>
                  <a:srgbClr val="334155"/>
                </a:solidFill>
                <a:latin typeface="微軟正黑體"/>
              </a:rPr>
              <a:t>人：代理商</a:t>
            </a:r>
          </a:p>
        </p:txBody>
      </p:sp>
      <p:sp>
        <p:nvSpPr>
          <p:cNvPr id="327" name="Rounded Rectangle 326"/>
          <p:cNvSpPr/>
          <p:nvPr/>
        </p:nvSpPr>
        <p:spPr>
          <a:xfrm>
            <a:off x="4343400" y="1828800"/>
            <a:ext cx="3108960" cy="54864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600" b="1">
                <a:solidFill>
                  <a:srgbClr val="FFFFFF"/>
                </a:solidFill>
                <a:latin typeface="微軟正黑體"/>
              </a:rPr>
              <a:t>變現</a:t>
            </a:r>
          </a:p>
        </p:txBody>
      </p:sp>
      <p:sp>
        <p:nvSpPr>
          <p:cNvPr id="328" name="Rounded Rectangle 327"/>
          <p:cNvSpPr/>
          <p:nvPr/>
        </p:nvSpPr>
        <p:spPr>
          <a:xfrm>
            <a:off x="4343400" y="2514600"/>
            <a:ext cx="3108960" cy="3291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>
                <a:latin typeface="微軟正黑體"/>
              </a:defRPr>
            </a:pPr>
            <a:r>
              <a:rPr sz="1400" b="0">
                <a:solidFill>
                  <a:srgbClr val="334155"/>
                </a:solidFill>
                <a:latin typeface="微軟正黑體"/>
              </a:rPr>
              <a:t>諮詢或一對一 (靈氣、諮詢)</a:t>
            </a:r>
          </a:p>
          <a:p>
            <a:pPr algn="l">
              <a:defRPr>
                <a:latin typeface="微軟正黑體"/>
              </a:defRPr>
            </a:pPr>
          </a:p>
          <a:p>
            <a:pPr algn="l">
              <a:defRPr>
                <a:latin typeface="微軟正黑體"/>
              </a:defRPr>
            </a:pPr>
            <a:r>
              <a:rPr sz="1400" b="0">
                <a:solidFill>
                  <a:srgbClr val="334155"/>
                </a:solidFill>
                <a:latin typeface="微軟正黑體"/>
              </a:rPr>
              <a:t>課程 (身心靈課程)</a:t>
            </a:r>
          </a:p>
          <a:p>
            <a:pPr algn="l">
              <a:defRPr>
                <a:latin typeface="微軟正黑體"/>
              </a:defRPr>
            </a:pPr>
          </a:p>
          <a:p>
            <a:pPr algn="l">
              <a:defRPr>
                <a:latin typeface="微軟正黑體"/>
              </a:defRPr>
            </a:pPr>
            <a:r>
              <a:rPr sz="1400" b="0">
                <a:solidFill>
                  <a:srgbClr val="334155"/>
                </a:solidFill>
                <a:latin typeface="微軟正黑體"/>
              </a:rPr>
              <a:t>產品 (健康食品、儀器)</a:t>
            </a:r>
          </a:p>
        </p:txBody>
      </p:sp>
      <p:sp>
        <p:nvSpPr>
          <p:cNvPr id="329" name="Rounded Rectangle 328"/>
          <p:cNvSpPr/>
          <p:nvPr/>
        </p:nvSpPr>
        <p:spPr>
          <a:xfrm>
            <a:off x="7955280" y="1828800"/>
            <a:ext cx="3108960" cy="54864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600" b="1">
                <a:solidFill>
                  <a:srgbClr val="FFFFFF"/>
                </a:solidFill>
                <a:latin typeface="微軟正黑體"/>
              </a:rPr>
              <a:t>倍增</a:t>
            </a:r>
          </a:p>
        </p:txBody>
      </p:sp>
      <p:sp>
        <p:nvSpPr>
          <p:cNvPr id="330" name="Rounded Rectangle 329"/>
          <p:cNvSpPr/>
          <p:nvPr/>
        </p:nvSpPr>
        <p:spPr>
          <a:xfrm>
            <a:off x="7955280" y="2514600"/>
            <a:ext cx="3108960" cy="3291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>
                <a:latin typeface="微軟正黑體"/>
              </a:defRPr>
            </a:pPr>
            <a:r>
              <a:rPr sz="1400" b="0">
                <a:solidFill>
                  <a:srgbClr val="334155"/>
                </a:solidFill>
                <a:latin typeface="微軟正黑體"/>
              </a:rPr>
              <a:t>代理商</a:t>
            </a:r>
          </a:p>
          <a:p>
            <a:pPr algn="l">
              <a:defRPr>
                <a:latin typeface="微軟正黑體"/>
              </a:defRPr>
            </a:pPr>
          </a:p>
          <a:p>
            <a:pPr algn="l">
              <a:defRPr>
                <a:latin typeface="微軟正黑體"/>
              </a:defRPr>
            </a:pPr>
            <a:r>
              <a:rPr sz="1400" b="0">
                <a:solidFill>
                  <a:srgbClr val="334155"/>
                </a:solidFill>
                <a:latin typeface="微軟正黑體"/>
              </a:rPr>
              <a:t>加盟店</a:t>
            </a:r>
          </a:p>
        </p:txBody>
      </p:sp>
      <p:sp>
        <p:nvSpPr>
          <p:cNvPr id="331" name="Right Arrow 330"/>
          <p:cNvSpPr/>
          <p:nvPr/>
        </p:nvSpPr>
        <p:spPr>
          <a:xfrm>
            <a:off x="3977639" y="1874519"/>
            <a:ext cx="320040" cy="45720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ight Arrow 331"/>
          <p:cNvSpPr/>
          <p:nvPr/>
        </p:nvSpPr>
        <p:spPr>
          <a:xfrm>
            <a:off x="7589520" y="1874519"/>
            <a:ext cx="320040" cy="45720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  <a:effectLst/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7"/>
          <p:cNvSpPr txBox="1"/>
          <p:nvPr>
            <p:ph idx="4294967295"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半自動化</a:t>
            </a:r>
            <a:r>
              <a:rPr lang="zh-TW" sz="3200" b="1">
                <a:solidFill>
                  <a:srgbClr val="083344"/>
                </a:solidFill>
                <a:latin typeface="微軟正黑體"/>
              </a:rPr>
              <a:t>循環流程</a:t>
            </a:r>
            <a:endParaRPr/>
          </a:p>
        </p:txBody>
      </p:sp>
      <p:grpSp>
        <p:nvGrpSpPr>
          <p:cNvPr id="328" name="Google Shape;328;p7"/>
          <p:cNvGrpSpPr/>
          <p:nvPr/>
        </p:nvGrpSpPr>
        <p:grpSpPr>
          <a:xfrm>
            <a:off x="1509904" y="1549400"/>
            <a:ext cx="7606373" cy="4781549"/>
            <a:chOff x="1509904" y="0"/>
            <a:chExt cx="7606373" cy="4781549"/>
          </a:xfrm>
        </p:grpSpPr>
        <p:sp>
          <p:nvSpPr>
            <p:cNvPr id="329" name="Google Shape;329;p7"/>
            <p:cNvSpPr/>
            <p:nvPr/>
          </p:nvSpPr>
          <p:spPr>
            <a:xfrm>
              <a:off x="6466679" y="3251453"/>
              <a:ext cx="2362085" cy="1530096"/>
            </a:xfrm>
            <a:prstGeom prst="roundRect">
              <a:avLst>
                <a:gd fmla="val 10000" name="adj"/>
              </a:avLst>
            </a:prstGeom>
            <a:solidFill>
              <a:srgbClr val="F0F9FF"/>
            </a:solidFill>
            <a:ln cap="flat" cmpd="sng" w="19050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7"/>
            <p:cNvSpPr txBox="1"/>
            <p:nvPr/>
          </p:nvSpPr>
          <p:spPr>
            <a:xfrm>
              <a:off x="7208916" y="3667588"/>
              <a:ext cx="1586237" cy="108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b="0" i="0" lang="zh-TW" sz="1200" u="none" cap="none" strike="noStrik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儀器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b="0" i="0" lang="zh-TW" sz="1200" u="none" cap="none" strike="noStrik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課程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b="0" i="0" lang="zh-TW" sz="1200" u="none" cap="none" strike="noStrik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諮詢 </a:t>
              </a:r>
              <a:endParaRPr/>
            </a:p>
            <a:p>
              <a:pPr indent="-101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  <a:defRPr>
                  <a:latin typeface="微軟正黑體"/>
                </a:defRPr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-101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  <a:defRPr>
                  <a:latin typeface="微軟正黑體"/>
                </a:defRPr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1509904" y="2486834"/>
              <a:ext cx="3801517" cy="1530096"/>
            </a:xfrm>
            <a:prstGeom prst="roundRect">
              <a:avLst>
                <a:gd fmla="val 10000" name="adj"/>
              </a:avLst>
            </a:prstGeom>
            <a:solidFill>
              <a:srgbClr val="F0F9FF"/>
            </a:solidFill>
            <a:ln cap="flat" cmpd="sng" w="19050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7"/>
            <p:cNvSpPr txBox="1"/>
            <p:nvPr/>
          </p:nvSpPr>
          <p:spPr>
            <a:xfrm>
              <a:off x="1543515" y="2902969"/>
              <a:ext cx="2593839" cy="108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-228600" lvl="1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b="0" i="0" lang="zh-TW" sz="1100" u="none" cap="none" strike="noStrik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健康食品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b="0" i="0" lang="zh-TW" sz="1100" u="none" cap="none" strike="noStrik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美容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b="0" i="0" lang="zh-TW" sz="1100" u="none" cap="none" strike="noStrik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保養品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b="0" i="0" lang="zh-TW" sz="1100" u="none" cap="none" strike="noStrik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能量產品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b="0" i="0" lang="zh-TW" sz="1100" u="none" cap="none" strike="noStrik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炁的食衣住行育樂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b="0" i="0" lang="zh-TW" sz="1100" u="none" cap="none" strike="noStrik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代餐 咖啡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b="0" i="0" lang="zh-TW" sz="1100" u="none" cap="none" strike="noStrik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日常用品</a:t>
              </a:r>
              <a:endParaRPr/>
            </a:p>
            <a:p>
              <a:pPr indent="-101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  <a:defRPr>
                  <a:latin typeface="微軟正黑體"/>
                </a:defRPr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6179166" y="0"/>
              <a:ext cx="2937111" cy="1530096"/>
            </a:xfrm>
            <a:prstGeom prst="roundRect">
              <a:avLst>
                <a:gd fmla="val 10000" name="adj"/>
              </a:avLst>
            </a:prstGeom>
            <a:solidFill>
              <a:srgbClr val="F0F9FF">
                <a:alpha val="90196"/>
              </a:srgbClr>
            </a:solidFill>
            <a:ln cap="flat" cmpd="sng" w="19050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7"/>
            <p:cNvSpPr txBox="1"/>
            <p:nvPr/>
          </p:nvSpPr>
          <p:spPr>
            <a:xfrm>
              <a:off x="7093911" y="33611"/>
              <a:ext cx="1988756" cy="108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b="0" i="0" lang="zh-TW" sz="1200" u="none" cap="none" strike="noStrik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量測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b="0" i="0" lang="zh-TW" sz="1200" u="none" cap="none" strike="noStrik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量測後分類</a:t>
              </a:r>
              <a:endParaRPr/>
            </a:p>
          </p:txBody>
        </p:sp>
        <p:sp>
          <p:nvSpPr>
            <p:cNvPr id="335" name="Google Shape;335;p7"/>
            <p:cNvSpPr/>
            <p:nvPr/>
          </p:nvSpPr>
          <p:spPr>
            <a:xfrm flipH="1">
              <a:off x="2566606" y="0"/>
              <a:ext cx="2454372" cy="1530096"/>
            </a:xfrm>
            <a:prstGeom prst="roundRect">
              <a:avLst>
                <a:gd fmla="val 10000" name="adj"/>
              </a:avLst>
            </a:prstGeom>
            <a:solidFill>
              <a:srgbClr val="F0F9FF"/>
            </a:solidFill>
            <a:ln cap="flat" cmpd="sng" w="19050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7"/>
            <p:cNvSpPr txBox="1"/>
            <p:nvPr/>
          </p:nvSpPr>
          <p:spPr>
            <a:xfrm>
              <a:off x="2600217" y="33611"/>
              <a:ext cx="1650838" cy="108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lang="zh-TW" sz="1200" b="0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自媒體</a:t>
              </a:r>
              <a:endParaRPr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lang="zh-TW" sz="1200" b="0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IP</a:t>
              </a:r>
              <a:endParaRPr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lang="zh-TW" sz="1200" b="0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實體宣傳</a:t>
              </a:r>
              <a:endParaRPr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3386429" y="272548"/>
              <a:ext cx="2070411" cy="2070411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F0F9FF"/>
            </a:solidFill>
            <a:ln w="19050">
              <a:solidFill>
                <a:srgbClr val="BAE6FD"/>
              </a:solidFill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7"/>
            <p:cNvSpPr txBox="1"/>
            <p:nvPr/>
          </p:nvSpPr>
          <p:spPr>
            <a:xfrm>
              <a:off x="3992838" y="878957"/>
              <a:ext cx="1464002" cy="1464002"/>
            </a:xfrm>
            <a:prstGeom prst="rect">
              <a:avLst/>
            </a:prstGeom>
            <a:solidFill>
              <a:srgbClr val="E0F2FE"/>
            </a:solidFill>
            <a:ln w="19050">
              <a:solidFill>
                <a:srgbClr val="7DD3FC"/>
              </a:solidFill>
            </a:ln>
          </p:spPr>
          <p:txBody>
            <a:bodyPr anchorCtr="0" anchor="ctr" bIns="256025" lIns="256025" spcFirstLastPara="1" rIns="256025" wrap="square" tIns="2560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3600"/>
                <a:buFont typeface="Microsoft JhengHei"/>
                <a:buNone/>
                <a:defRPr>
                  <a:latin typeface="微軟正黑體"/>
                </a:defRPr>
              </a:pPr>
              <a:r>
                <a:rPr b="1" i="0" lang="zh-TW" sz="1800" u="none" cap="none" strike="noStrike">
                  <a:solidFill>
                    <a:srgbClr val="083344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宣傳</a:t>
              </a:r>
              <a:endParaRPr/>
            </a:p>
          </p:txBody>
        </p:sp>
        <p:sp>
          <p:nvSpPr>
            <p:cNvPr id="339" name="Google Shape;339;p7"/>
            <p:cNvSpPr/>
            <p:nvPr/>
          </p:nvSpPr>
          <p:spPr>
            <a:xfrm rot="5400000">
              <a:off x="5552472" y="272548"/>
              <a:ext cx="2070411" cy="2070411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F0F9FF"/>
            </a:solidFill>
            <a:ln w="19050">
              <a:solidFill>
                <a:srgbClr val="BAE6FD"/>
              </a:solidFill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7"/>
            <p:cNvSpPr txBox="1"/>
            <p:nvPr/>
          </p:nvSpPr>
          <p:spPr>
            <a:xfrm>
              <a:off x="5552472" y="878957"/>
              <a:ext cx="1464002" cy="1464002"/>
            </a:xfrm>
            <a:prstGeom prst="rect">
              <a:avLst/>
            </a:prstGeom>
            <a:solidFill>
              <a:srgbClr val="E0F2FE"/>
            </a:solidFill>
            <a:ln w="19050">
              <a:solidFill>
                <a:srgbClr val="7DD3FC"/>
              </a:solidFill>
            </a:ln>
          </p:spPr>
          <p:txBody>
            <a:bodyPr anchorCtr="0" anchor="ctr" bIns="256025" lIns="256025" spcFirstLastPara="1" rIns="256025" wrap="square" tIns="2560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3600"/>
                <a:buFont typeface="Microsoft JhengHei"/>
                <a:buNone/>
                <a:defRPr>
                  <a:latin typeface="微軟正黑體"/>
                </a:defRPr>
              </a:pPr>
              <a:r>
                <a:rPr b="1" i="0" lang="zh-TW" sz="1800" u="none" cap="none" strike="noStrike">
                  <a:solidFill>
                    <a:srgbClr val="083344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量測</a:t>
              </a:r>
              <a:endParaRPr/>
            </a:p>
          </p:txBody>
        </p:sp>
        <p:sp>
          <p:nvSpPr>
            <p:cNvPr id="341" name="Google Shape;341;p7"/>
            <p:cNvSpPr/>
            <p:nvPr/>
          </p:nvSpPr>
          <p:spPr>
            <a:xfrm rot="10800000">
              <a:off x="5552472" y="2438590"/>
              <a:ext cx="2070411" cy="2070411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F0F9FF"/>
            </a:solidFill>
            <a:ln w="19050">
              <a:solidFill>
                <a:srgbClr val="BAE6FD"/>
              </a:solidFill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7"/>
            <p:cNvSpPr txBox="1"/>
            <p:nvPr/>
          </p:nvSpPr>
          <p:spPr>
            <a:xfrm>
              <a:off x="5552472" y="2438590"/>
              <a:ext cx="1464002" cy="1464002"/>
            </a:xfrm>
            <a:prstGeom prst="rect">
              <a:avLst/>
            </a:prstGeom>
            <a:solidFill>
              <a:srgbClr val="E0F2FE"/>
            </a:solidFill>
            <a:ln w="19050">
              <a:solidFill>
                <a:srgbClr val="7DD3FC"/>
              </a:solidFill>
            </a:ln>
          </p:spPr>
          <p:txBody>
            <a:bodyPr anchorCtr="0" anchor="ctr" bIns="256025" lIns="256025" spcFirstLastPara="1" rIns="256025" wrap="square" tIns="2560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3600"/>
                <a:buFont typeface="Microsoft JhengHei"/>
                <a:buNone/>
                <a:defRPr>
                  <a:latin typeface="微軟正黑體"/>
                </a:defRPr>
              </a:pPr>
              <a:r>
                <a:rPr b="1" i="0" lang="zh-TW" sz="1800" u="none" cap="none" strike="noStrike">
                  <a:solidFill>
                    <a:srgbClr val="083344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課程</a:t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 rot="-5400000">
              <a:off x="3386429" y="2438590"/>
              <a:ext cx="2070411" cy="2070411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F0F9FF"/>
            </a:solidFill>
            <a:ln w="19050">
              <a:solidFill>
                <a:srgbClr val="BAE6FD"/>
              </a:solidFill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 txBox="1"/>
            <p:nvPr/>
          </p:nvSpPr>
          <p:spPr>
            <a:xfrm>
              <a:off x="3992838" y="2438590"/>
              <a:ext cx="1464002" cy="1464002"/>
            </a:xfrm>
            <a:prstGeom prst="rect">
              <a:avLst/>
            </a:prstGeom>
            <a:solidFill>
              <a:srgbClr val="E0F2FE"/>
            </a:solidFill>
            <a:ln w="19050">
              <a:solidFill>
                <a:srgbClr val="7DD3FC"/>
              </a:solidFill>
            </a:ln>
          </p:spPr>
          <p:txBody>
            <a:bodyPr anchorCtr="0" anchor="ctr" bIns="256025" lIns="256025" spcFirstLastPara="1" rIns="256025" wrap="square" tIns="2560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3600"/>
                <a:buFont typeface="Microsoft JhengHei"/>
                <a:buNone/>
                <a:defRPr>
                  <a:latin typeface="微軟正黑體"/>
                </a:defRPr>
              </a:pPr>
              <a:r>
                <a:rPr b="1" i="0" lang="zh-TW" sz="1800" u="none" cap="none" strike="noStrike">
                  <a:solidFill>
                    <a:srgbClr val="083344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產品</a:t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5147235" y="1960435"/>
              <a:ext cx="714841" cy="621601"/>
            </a:xfrm>
            <a:custGeom>
              <a:rect b="b" l="l" r="r" t="t"/>
              <a:pathLst>
                <a:path extrusionOk="0" h="120000" w="120000">
                  <a:moveTo>
                    <a:pt x="6522" y="60000"/>
                  </a:moveTo>
                  <a:cubicBezTo>
                    <a:pt x="6522" y="34374"/>
                    <a:pt x="25367" y="12492"/>
                    <a:pt x="51107" y="8231"/>
                  </a:cubicBezTo>
                  <a:cubicBezTo>
                    <a:pt x="76848" y="3970"/>
                    <a:pt x="101961" y="18574"/>
                    <a:pt x="110521" y="42783"/>
                  </a:cubicBezTo>
                  <a:lnTo>
                    <a:pt x="116427" y="42783"/>
                  </a:lnTo>
                  <a:lnTo>
                    <a:pt x="106957" y="60000"/>
                  </a:lnTo>
                  <a:lnTo>
                    <a:pt x="90340" y="42783"/>
                  </a:lnTo>
                  <a:lnTo>
                    <a:pt x="95921" y="42783"/>
                  </a:lnTo>
                  <a:cubicBezTo>
                    <a:pt x="87358" y="27416"/>
                    <a:pt x="68572" y="19475"/>
                    <a:pt x="50448" y="23561"/>
                  </a:cubicBezTo>
                  <a:cubicBezTo>
                    <a:pt x="32324" y="27648"/>
                    <a:pt x="19565" y="42702"/>
                    <a:pt x="19565" y="60000"/>
                  </a:cubicBezTo>
                  <a:close/>
                </a:path>
              </a:pathLst>
            </a:custGeom>
            <a:solidFill>
              <a:srgbClr val="F0F9FF"/>
            </a:solidFill>
            <a:ln w="19050">
              <a:solidFill>
                <a:srgbClr val="BAE6FD"/>
              </a:solidFill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10800000">
              <a:off x="5147235" y="2199513"/>
              <a:ext cx="714841" cy="621601"/>
            </a:xfrm>
            <a:custGeom>
              <a:rect b="b" l="l" r="r" t="t"/>
              <a:pathLst>
                <a:path extrusionOk="0" h="120000" w="120000">
                  <a:moveTo>
                    <a:pt x="6522" y="60000"/>
                  </a:moveTo>
                  <a:cubicBezTo>
                    <a:pt x="6522" y="34374"/>
                    <a:pt x="25367" y="12492"/>
                    <a:pt x="51107" y="8231"/>
                  </a:cubicBezTo>
                  <a:cubicBezTo>
                    <a:pt x="76848" y="3970"/>
                    <a:pt x="101961" y="18574"/>
                    <a:pt x="110521" y="42783"/>
                  </a:cubicBezTo>
                  <a:lnTo>
                    <a:pt x="116427" y="42783"/>
                  </a:lnTo>
                  <a:lnTo>
                    <a:pt x="106957" y="60000"/>
                  </a:lnTo>
                  <a:lnTo>
                    <a:pt x="90340" y="42783"/>
                  </a:lnTo>
                  <a:lnTo>
                    <a:pt x="95921" y="42783"/>
                  </a:lnTo>
                  <a:cubicBezTo>
                    <a:pt x="87358" y="27416"/>
                    <a:pt x="68572" y="19475"/>
                    <a:pt x="50448" y="23561"/>
                  </a:cubicBezTo>
                  <a:cubicBezTo>
                    <a:pt x="32324" y="27648"/>
                    <a:pt x="19565" y="42702"/>
                    <a:pt x="19565" y="60000"/>
                  </a:cubicBezTo>
                  <a:close/>
                </a:path>
              </a:pathLst>
            </a:custGeom>
            <a:solidFill>
              <a:srgbClr val="F0F9FF"/>
            </a:solidFill>
            <a:ln w="19050">
              <a:solidFill>
                <a:srgbClr val="BAE6FD"/>
              </a:solidFill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一張含有 文字, 室內, 地板, 門 的圖片&#10;&#10;AI 產生的內容可能不正確。" id="347" name="Google Shape;3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6125" y="4056276"/>
            <a:ext cx="2237576" cy="237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7"/>
          <p:cNvPicPr preferRelativeResize="0"/>
          <p:nvPr/>
        </p:nvPicPr>
        <p:blipFill rotWithShape="1">
          <a:blip r:embed="rId4">
            <a:alphaModFix/>
          </a:blip>
          <a:srcRect b="-5514" l="6387" r="5404" t="0"/>
          <a:stretch/>
        </p:blipFill>
        <p:spPr>
          <a:xfrm rot="158417">
            <a:off x="9277527" y="773983"/>
            <a:ext cx="1009056" cy="28522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一張含有 螢幕擷取畫面, 鮮豔, 圖形 的圖片&#10;&#10;AI 產生的內容可能不正確。" id="349" name="Google Shape;349;p7"/>
          <p:cNvPicPr preferRelativeResize="0"/>
          <p:nvPr/>
        </p:nvPicPr>
        <p:blipFill rotWithShape="1">
          <a:blip r:embed="rId5">
            <a:alphaModFix/>
          </a:blip>
          <a:srcRect b="0" l="0" r="-1196" t="26385"/>
          <a:stretch/>
        </p:blipFill>
        <p:spPr>
          <a:xfrm>
            <a:off x="211521" y="1121098"/>
            <a:ext cx="2115793" cy="861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1521" y="2107705"/>
            <a:ext cx="1415584" cy="14155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一張含有 符號, 象徵物, 標誌, 圓形 的圖片&#10;&#10;AI 產生的內容可能不正確。" id="351" name="Google Shape;35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6889" y="5370467"/>
            <a:ext cx="642424" cy="702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1521" y="3647982"/>
            <a:ext cx="1098873" cy="1464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一張含有 文字, 箱子, 紅色, 設計 的圖片&#10;&#10;AI 產生的內容可能不正確。" id="353" name="Google Shape;353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98580" y="5112816"/>
            <a:ext cx="1706067" cy="1168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7" title="689193441_857769703341717_1973727767636507083_n.jp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776423" y="3949927"/>
            <a:ext cx="1415575" cy="2123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7" title="2408280913306687194200.jp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447850" y="1151400"/>
            <a:ext cx="3163373" cy="2372524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Rectangle 355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  <a:effectLst/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8"/>
          <p:cNvSpPr txBox="1"/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身心靈一站式服務培訓系統</a:t>
            </a:r>
            <a:endParaRPr/>
          </a:p>
        </p:txBody>
      </p:sp>
      <p:sp>
        <p:nvSpPr>
          <p:cNvPr id="411" name="Rectangle 410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ounded Rectangle 412"/>
          <p:cNvSpPr/>
          <p:nvPr/>
        </p:nvSpPr>
        <p:spPr>
          <a:xfrm>
            <a:off x="4032504" y="1508760"/>
            <a:ext cx="4114800" cy="594360"/>
          </a:xfrm>
          <a:prstGeom prst="roundRect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500" b="1">
                <a:solidFill>
                  <a:srgbClr val="FFFFFF"/>
                </a:solidFill>
                <a:latin typeface="微軟正黑體"/>
              </a:rPr>
              <a:t>身心靈整合平台</a:t>
            </a:r>
          </a:p>
        </p:txBody>
      </p:sp>
      <p:sp>
        <p:nvSpPr>
          <p:cNvPr id="414" name="Rounded Rectangle 413"/>
          <p:cNvSpPr/>
          <p:nvPr/>
        </p:nvSpPr>
        <p:spPr>
          <a:xfrm>
            <a:off x="4489704" y="2194560"/>
            <a:ext cx="3200400" cy="3657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整合一致性</a:t>
            </a:r>
          </a:p>
        </p:txBody>
      </p:sp>
      <p:sp>
        <p:nvSpPr>
          <p:cNvPr id="415" name="Rectangle 414"/>
          <p:cNvSpPr/>
          <p:nvPr/>
        </p:nvSpPr>
        <p:spPr>
          <a:xfrm>
            <a:off x="1943100" y="2697480"/>
            <a:ext cx="8311896" cy="2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6095390" y="2560320"/>
            <a:ext cx="25400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943100" y="2697480"/>
            <a:ext cx="25400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ounded Rectangle 417"/>
          <p:cNvSpPr/>
          <p:nvPr/>
        </p:nvSpPr>
        <p:spPr>
          <a:xfrm>
            <a:off x="731520" y="2834640"/>
            <a:ext cx="2423160" cy="4572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宣傳</a:t>
            </a:r>
          </a:p>
        </p:txBody>
      </p:sp>
      <p:sp>
        <p:nvSpPr>
          <p:cNvPr id="419" name="Down Arrow 418"/>
          <p:cNvSpPr/>
          <p:nvPr/>
        </p:nvSpPr>
        <p:spPr>
          <a:xfrm>
            <a:off x="1833372" y="3337560"/>
            <a:ext cx="219456" cy="1828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ounded Rectangle 419"/>
          <p:cNvSpPr/>
          <p:nvPr/>
        </p:nvSpPr>
        <p:spPr>
          <a:xfrm>
            <a:off x="731520" y="3566160"/>
            <a:ext cx="2423160" cy="5029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334155"/>
                </a:solidFill>
                <a:latin typeface="微軟正黑體"/>
              </a:rPr>
              <a:t>流量</a:t>
            </a:r>
          </a:p>
        </p:txBody>
      </p:sp>
      <p:sp>
        <p:nvSpPr>
          <p:cNvPr id="421" name="Down Arrow 420"/>
          <p:cNvSpPr/>
          <p:nvPr/>
        </p:nvSpPr>
        <p:spPr>
          <a:xfrm>
            <a:off x="1833372" y="4114800"/>
            <a:ext cx="219456" cy="1828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ounded Rectangle 421"/>
          <p:cNvSpPr/>
          <p:nvPr/>
        </p:nvSpPr>
        <p:spPr>
          <a:xfrm>
            <a:off x="731520" y="4343400"/>
            <a:ext cx="242316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200" b="1">
                <a:solidFill>
                  <a:srgbClr val="083344"/>
                </a:solidFill>
                <a:latin typeface="微軟正黑體"/>
              </a:rPr>
              <a:t>行銷與業務培訓</a:t>
            </a:r>
          </a:p>
        </p:txBody>
      </p:sp>
      <p:sp>
        <p:nvSpPr>
          <p:cNvPr id="423" name="Down Arrow 422"/>
          <p:cNvSpPr/>
          <p:nvPr/>
        </p:nvSpPr>
        <p:spPr>
          <a:xfrm>
            <a:off x="1833372" y="4983480"/>
            <a:ext cx="219456" cy="22860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ounded Rectangle 423"/>
          <p:cNvSpPr/>
          <p:nvPr/>
        </p:nvSpPr>
        <p:spPr>
          <a:xfrm>
            <a:off x="731520" y="5257800"/>
            <a:ext cx="2423160" cy="5029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100" b="0">
                <a:solidFill>
                  <a:srgbClr val="334155"/>
                </a:solidFill>
                <a:latin typeface="微軟正黑體"/>
              </a:rPr>
              <a:t>流量變現</a:t>
            </a:r>
          </a:p>
        </p:txBody>
      </p:sp>
      <p:sp>
        <p:nvSpPr>
          <p:cNvPr id="425" name="Rectangle 424"/>
          <p:cNvSpPr/>
          <p:nvPr/>
        </p:nvSpPr>
        <p:spPr>
          <a:xfrm>
            <a:off x="4713732" y="2697480"/>
            <a:ext cx="25400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ounded Rectangle 425"/>
          <p:cNvSpPr/>
          <p:nvPr/>
        </p:nvSpPr>
        <p:spPr>
          <a:xfrm>
            <a:off x="3502152" y="2834640"/>
            <a:ext cx="2423160" cy="4572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量測</a:t>
            </a:r>
          </a:p>
        </p:txBody>
      </p:sp>
      <p:sp>
        <p:nvSpPr>
          <p:cNvPr id="427" name="Down Arrow 426"/>
          <p:cNvSpPr/>
          <p:nvPr/>
        </p:nvSpPr>
        <p:spPr>
          <a:xfrm>
            <a:off x="4604004" y="3337560"/>
            <a:ext cx="219456" cy="1828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ounded Rectangle 427"/>
          <p:cNvSpPr/>
          <p:nvPr/>
        </p:nvSpPr>
        <p:spPr>
          <a:xfrm>
            <a:off x="3502152" y="3566160"/>
            <a:ext cx="2423160" cy="5029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334155"/>
                </a:solidFill>
                <a:latin typeface="微軟正黑體"/>
              </a:rPr>
              <a:t>可數據化</a:t>
            </a:r>
          </a:p>
        </p:txBody>
      </p:sp>
      <p:sp>
        <p:nvSpPr>
          <p:cNvPr id="429" name="Down Arrow 428"/>
          <p:cNvSpPr/>
          <p:nvPr/>
        </p:nvSpPr>
        <p:spPr>
          <a:xfrm>
            <a:off x="4604004" y="4114800"/>
            <a:ext cx="219456" cy="1828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ounded Rectangle 429"/>
          <p:cNvSpPr/>
          <p:nvPr/>
        </p:nvSpPr>
        <p:spPr>
          <a:xfrm>
            <a:off x="3502152" y="4343400"/>
            <a:ext cx="242316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200" b="1">
                <a:solidFill>
                  <a:srgbClr val="083344"/>
                </a:solidFill>
                <a:latin typeface="微軟正黑體"/>
              </a:rPr>
              <a:t>AI身心靈檢測</a:t>
            </a:r>
          </a:p>
        </p:txBody>
      </p:sp>
      <p:sp>
        <p:nvSpPr>
          <p:cNvPr id="431" name="Down Arrow 430"/>
          <p:cNvSpPr/>
          <p:nvPr/>
        </p:nvSpPr>
        <p:spPr>
          <a:xfrm>
            <a:off x="4604004" y="4983480"/>
            <a:ext cx="219456" cy="22860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ounded Rectangle 431"/>
          <p:cNvSpPr/>
          <p:nvPr/>
        </p:nvSpPr>
        <p:spPr>
          <a:xfrm>
            <a:off x="3502152" y="5257800"/>
            <a:ext cx="2423160" cy="5029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100" b="0">
                <a:solidFill>
                  <a:srgbClr val="334155"/>
                </a:solidFill>
                <a:latin typeface="微軟正黑體"/>
              </a:rPr>
              <a:t>身心靈量測</a:t>
            </a:r>
          </a:p>
        </p:txBody>
      </p:sp>
      <p:sp>
        <p:nvSpPr>
          <p:cNvPr id="433" name="Rectangle 432"/>
          <p:cNvSpPr/>
          <p:nvPr/>
        </p:nvSpPr>
        <p:spPr>
          <a:xfrm>
            <a:off x="7484363" y="2697480"/>
            <a:ext cx="25400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ounded Rectangle 433"/>
          <p:cNvSpPr/>
          <p:nvPr/>
        </p:nvSpPr>
        <p:spPr>
          <a:xfrm>
            <a:off x="6272783" y="2834640"/>
            <a:ext cx="2423160" cy="4572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諮詢 / 課程</a:t>
            </a:r>
          </a:p>
        </p:txBody>
      </p:sp>
      <p:sp>
        <p:nvSpPr>
          <p:cNvPr id="435" name="Down Arrow 434"/>
          <p:cNvSpPr/>
          <p:nvPr/>
        </p:nvSpPr>
        <p:spPr>
          <a:xfrm>
            <a:off x="7374635" y="3337560"/>
            <a:ext cx="219456" cy="1828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ounded Rectangle 435"/>
          <p:cNvSpPr/>
          <p:nvPr/>
        </p:nvSpPr>
        <p:spPr>
          <a:xfrm>
            <a:off x="6272783" y="3566160"/>
            <a:ext cx="2423160" cy="5029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334155"/>
                </a:solidFill>
                <a:latin typeface="微軟正黑體"/>
              </a:rPr>
              <a:t>獨特技術諮詢</a:t>
            </a:r>
          </a:p>
        </p:txBody>
      </p:sp>
      <p:sp>
        <p:nvSpPr>
          <p:cNvPr id="437" name="Down Arrow 436"/>
          <p:cNvSpPr/>
          <p:nvPr/>
        </p:nvSpPr>
        <p:spPr>
          <a:xfrm>
            <a:off x="7374635" y="4114800"/>
            <a:ext cx="219456" cy="1828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ounded Rectangle 437"/>
          <p:cNvSpPr/>
          <p:nvPr/>
        </p:nvSpPr>
        <p:spPr>
          <a:xfrm>
            <a:off x="6272783" y="4343400"/>
            <a:ext cx="242316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200" b="1">
                <a:solidFill>
                  <a:srgbClr val="083344"/>
                </a:solidFill>
                <a:latin typeface="微軟正黑體"/>
              </a:rPr>
              <a:t>身心靈老師培訓</a:t>
            </a:r>
          </a:p>
        </p:txBody>
      </p:sp>
      <p:sp>
        <p:nvSpPr>
          <p:cNvPr id="439" name="Down Arrow 438"/>
          <p:cNvSpPr/>
          <p:nvPr/>
        </p:nvSpPr>
        <p:spPr>
          <a:xfrm>
            <a:off x="7374635" y="4983480"/>
            <a:ext cx="219456" cy="22860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ounded Rectangle 439"/>
          <p:cNvSpPr/>
          <p:nvPr/>
        </p:nvSpPr>
        <p:spPr>
          <a:xfrm>
            <a:off x="6272783" y="5257800"/>
            <a:ext cx="2423160" cy="5029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100" b="0">
                <a:solidFill>
                  <a:srgbClr val="334155"/>
                </a:solidFill>
                <a:latin typeface="微軟正黑體"/>
              </a:rPr>
              <a:t>可複製靈性提升</a:t>
            </a:r>
          </a:p>
        </p:txBody>
      </p:sp>
      <p:sp>
        <p:nvSpPr>
          <p:cNvPr id="441" name="Rectangle 440"/>
          <p:cNvSpPr/>
          <p:nvPr/>
        </p:nvSpPr>
        <p:spPr>
          <a:xfrm>
            <a:off x="10254996" y="2697480"/>
            <a:ext cx="25400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ounded Rectangle 441"/>
          <p:cNvSpPr/>
          <p:nvPr/>
        </p:nvSpPr>
        <p:spPr>
          <a:xfrm>
            <a:off x="9043416" y="2834640"/>
            <a:ext cx="2423160" cy="4572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產品</a:t>
            </a:r>
          </a:p>
        </p:txBody>
      </p:sp>
      <p:sp>
        <p:nvSpPr>
          <p:cNvPr id="443" name="Down Arrow 442"/>
          <p:cNvSpPr/>
          <p:nvPr/>
        </p:nvSpPr>
        <p:spPr>
          <a:xfrm>
            <a:off x="10145268" y="3337560"/>
            <a:ext cx="219456" cy="1828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ounded Rectangle 443"/>
          <p:cNvSpPr/>
          <p:nvPr/>
        </p:nvSpPr>
        <p:spPr>
          <a:xfrm>
            <a:off x="9043416" y="3566160"/>
            <a:ext cx="2423160" cy="5029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334155"/>
                </a:solidFill>
                <a:latin typeface="微軟正黑體"/>
              </a:rPr>
              <a:t>建議顧客所需</a:t>
            </a:r>
          </a:p>
        </p:txBody>
      </p:sp>
      <p:sp>
        <p:nvSpPr>
          <p:cNvPr id="445" name="Down Arrow 444"/>
          <p:cNvSpPr/>
          <p:nvPr/>
        </p:nvSpPr>
        <p:spPr>
          <a:xfrm>
            <a:off x="10145268" y="4114800"/>
            <a:ext cx="219456" cy="1828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ounded Rectangle 445"/>
          <p:cNvSpPr/>
          <p:nvPr/>
        </p:nvSpPr>
        <p:spPr>
          <a:xfrm>
            <a:off x="9043416" y="4343400"/>
            <a:ext cx="242316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200" b="1">
                <a:solidFill>
                  <a:srgbClr val="083344"/>
                </a:solidFill>
                <a:latin typeface="微軟正黑體"/>
              </a:rPr>
              <a:t>產品培訓</a:t>
            </a:r>
          </a:p>
        </p:txBody>
      </p:sp>
      <p:sp>
        <p:nvSpPr>
          <p:cNvPr id="447" name="Down Arrow 446"/>
          <p:cNvSpPr/>
          <p:nvPr/>
        </p:nvSpPr>
        <p:spPr>
          <a:xfrm>
            <a:off x="10145268" y="4983480"/>
            <a:ext cx="219456" cy="22860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ounded Rectangle 447"/>
          <p:cNvSpPr/>
          <p:nvPr/>
        </p:nvSpPr>
        <p:spPr>
          <a:xfrm>
            <a:off x="9043416" y="5257800"/>
            <a:ext cx="2423160" cy="5029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100" b="0">
                <a:solidFill>
                  <a:srgbClr val="334155"/>
                </a:solidFill>
                <a:latin typeface="微軟正黑體"/>
              </a:rPr>
              <a:t>獨特產品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  <a:effectLst/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9"/>
          <p:cNvSpPr txBox="1"/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代理商的收入來源</a:t>
            </a:r>
            <a:endParaRPr/>
          </a:p>
        </p:txBody>
      </p:sp>
      <p:sp>
        <p:nvSpPr>
          <p:cNvPr id="416" name="Google Shape;416;p9"/>
          <p:cNvSpPr txBox="1"/>
          <p:nvPr>
            <p:ph idx="1" type="body"/>
          </p:nvPr>
        </p:nvSpPr>
        <p:spPr>
          <a:xfrm>
            <a:off x="623393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graphicFrame>
        <p:nvGraphicFramePr>
          <p:cNvPr id="417" name="Google Shape;417;p9"/>
          <p:cNvGraphicFramePr/>
          <p:nvPr/>
        </p:nvGraphicFramePr>
        <p:xfrm>
          <a:off x="483079" y="11214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{13218573-F3EE-4882-B7E4-E67086CEF204}</a:tableStyleId>
              </a:tblPr>
              <a:tblGrid>
                <a:gridCol w="3571325"/>
                <a:gridCol w="3571325"/>
                <a:gridCol w="3571325"/>
              </a:tblGrid>
              <a:tr h="605225"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300" u="none" cap="none" strike="noStrike" b="1">
                          <a:solidFill>
                            <a:srgbClr val="FFFFFF"/>
                          </a:solidFill>
                          <a:latin typeface="微軟正黑體"/>
                        </a:rPr>
                        <a:t>權利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300" b="1">
                          <a:solidFill>
                            <a:srgbClr val="FFFFFF"/>
                          </a:solidFill>
                          <a:latin typeface="微軟正黑體"/>
                        </a:rPr>
                        <a:t>利潤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300" b="1">
                          <a:solidFill>
                            <a:srgbClr val="FFFFFF"/>
                          </a:solidFill>
                          <a:latin typeface="微軟正黑體"/>
                        </a:rPr>
                        <a:t>IFEEL 量測儀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0284C7"/>
                    </a:solidFill>
                  </a:tcPr>
                </a:tc>
              </a:tr>
              <a:tr h="501700"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一．所有產品代理權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一．產品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一.單機版 20萬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</a:tr>
              <a:tr h="865975"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二．所有課程與系統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二．課程</a:t>
                      </a:r>
                      <a:endParaRPr sz="18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二.雲端版 2,8萬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</a:tr>
              <a:tr h="865975"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三．諮詢</a:t>
                      </a:r>
                      <a:endParaRPr sz="18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 三.連鎖通路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</a:tr>
              <a:tr h="865975"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三．經紀人的權限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四．直播主流量</a:t>
                      </a:r>
                      <a:endParaRPr sz="18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四.國家政府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</a:tr>
              <a:tr h="865975"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五．ＯＤＭ訂單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五.報告收入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</a:tr>
              <a:tr h="501700"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六.廣告方案 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六.結合產品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</a:tr>
              <a:tr h="501700"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七.行銷方案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418" name="Rectangle 417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  <a:effectLst/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0"/>
          <p:cNvSpPr txBox="1"/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 三年計畫 </a:t>
            </a:r>
            <a:endParaRPr/>
          </a:p>
        </p:txBody>
      </p:sp>
      <p:sp>
        <p:nvSpPr>
          <p:cNvPr id="423" name="Google Shape;423;p10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·"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第一年,培訓,練兵練功,就像培養一個身心靈老師偶像團體一樣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·"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第二年,培訓+產品, 賺錢 開說明會 </a:t>
            </a:r>
            <a:endParaRPr/>
          </a:p>
          <a:p>
            <a:pPr indent="-228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>
                <a:latin typeface="微軟正黑體"/>
              </a:defRPr>
            </a:pPr>
            <a:r>
              <a:t/>
            </a:r>
            <a:endParaRPr sz="3600"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·"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第三年,培訓+產品+大量開店</a:t>
            </a:r>
            <a:endParaRPr sz="3600"/>
          </a:p>
        </p:txBody>
      </p:sp>
      <p:sp>
        <p:nvSpPr>
          <p:cNvPr id="424" name="Rectangle 423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  <a:effectLst/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Rounded Rectangle 427"/>
          <p:cNvSpPr/>
          <p:nvPr/>
        </p:nvSpPr>
        <p:spPr>
          <a:xfrm>
            <a:off x="4901184" y="1645920"/>
            <a:ext cx="2377440" cy="594360"/>
          </a:xfrm>
          <a:prstGeom prst="roundRect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400" b="1">
                <a:solidFill>
                  <a:srgbClr val="FFFFFF"/>
                </a:solidFill>
                <a:latin typeface="微軟正黑體"/>
              </a:rPr>
              <a:t>CEO</a:t>
            </a:r>
          </a:p>
        </p:txBody>
      </p:sp>
      <p:sp>
        <p:nvSpPr>
          <p:cNvPr id="429" name="Rounded Rectangle 428"/>
          <p:cNvSpPr/>
          <p:nvPr/>
        </p:nvSpPr>
        <p:spPr>
          <a:xfrm>
            <a:off x="1645920" y="1645920"/>
            <a:ext cx="2377440" cy="5943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200" b="1">
                <a:solidFill>
                  <a:srgbClr val="083344"/>
                </a:solidFill>
                <a:latin typeface="微軟正黑體"/>
              </a:rPr>
              <a:t>真XX集團</a:t>
            </a:r>
          </a:p>
        </p:txBody>
      </p:sp>
      <p:sp>
        <p:nvSpPr>
          <p:cNvPr id="430" name="Rounded Rectangle 429"/>
          <p:cNvSpPr/>
          <p:nvPr/>
        </p:nvSpPr>
        <p:spPr>
          <a:xfrm>
            <a:off x="8138160" y="1645920"/>
            <a:ext cx="2377440" cy="5943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200" b="1">
                <a:solidFill>
                  <a:srgbClr val="083344"/>
                </a:solidFill>
                <a:latin typeface="微軟正黑體"/>
              </a:rPr>
              <a:t>陳老師</a:t>
            </a:r>
          </a:p>
          <a:p>
            <a:pPr algn="ctr">
              <a:defRPr>
                <a:latin typeface="微軟正黑體"/>
              </a:defRPr>
            </a:pPr>
            <a:r>
              <a:rPr sz="1200" b="1">
                <a:solidFill>
                  <a:srgbClr val="083344"/>
                </a:solidFill>
                <a:latin typeface="微軟正黑體"/>
              </a:rPr>
              <a:t>(最高隱藏顧問)</a:t>
            </a:r>
          </a:p>
        </p:txBody>
      </p:sp>
      <p:sp>
        <p:nvSpPr>
          <p:cNvPr id="431" name="Rectangle 430"/>
          <p:cNvSpPr/>
          <p:nvPr/>
        </p:nvSpPr>
        <p:spPr>
          <a:xfrm>
            <a:off x="4023360" y="1938528"/>
            <a:ext cx="877824" cy="2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7278624" y="1938528"/>
            <a:ext cx="859536" cy="2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691640" y="2743200"/>
            <a:ext cx="8778240" cy="2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6089904" y="2240280"/>
            <a:ext cx="25400" cy="502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691640" y="2743200"/>
            <a:ext cx="2540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ounded Rectangle 435"/>
          <p:cNvSpPr/>
          <p:nvPr/>
        </p:nvSpPr>
        <p:spPr>
          <a:xfrm>
            <a:off x="731520" y="3108960"/>
            <a:ext cx="1920240" cy="10972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TIKTOK公會</a:t>
            </a:r>
          </a:p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(流量來源)</a:t>
            </a:r>
          </a:p>
        </p:txBody>
      </p:sp>
      <p:sp>
        <p:nvSpPr>
          <p:cNvPr id="437" name="Down Arrow 436"/>
          <p:cNvSpPr/>
          <p:nvPr/>
        </p:nvSpPr>
        <p:spPr>
          <a:xfrm>
            <a:off x="1581912" y="4343400"/>
            <a:ext cx="219456" cy="4114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ounded Rectangle 437"/>
          <p:cNvSpPr/>
          <p:nvPr/>
        </p:nvSpPr>
        <p:spPr>
          <a:xfrm>
            <a:off x="731520" y="4846320"/>
            <a:ext cx="1920240" cy="5943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400" b="1">
                <a:solidFill>
                  <a:srgbClr val="FFFFFF"/>
                </a:solidFill>
                <a:latin typeface="微軟正黑體"/>
              </a:rPr>
              <a:t>流量</a:t>
            </a:r>
          </a:p>
        </p:txBody>
      </p:sp>
      <p:sp>
        <p:nvSpPr>
          <p:cNvPr id="439" name="Rectangle 438"/>
          <p:cNvSpPr/>
          <p:nvPr/>
        </p:nvSpPr>
        <p:spPr>
          <a:xfrm>
            <a:off x="3886200" y="2743200"/>
            <a:ext cx="2540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ounded Rectangle 439"/>
          <p:cNvSpPr/>
          <p:nvPr/>
        </p:nvSpPr>
        <p:spPr>
          <a:xfrm>
            <a:off x="2926080" y="3108960"/>
            <a:ext cx="1920240" cy="10972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真XX身心靈平台</a:t>
            </a:r>
          </a:p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(第一品牌)</a:t>
            </a:r>
          </a:p>
        </p:txBody>
      </p:sp>
      <p:sp>
        <p:nvSpPr>
          <p:cNvPr id="441" name="Down Arrow 440"/>
          <p:cNvSpPr/>
          <p:nvPr/>
        </p:nvSpPr>
        <p:spPr>
          <a:xfrm>
            <a:off x="3776472" y="4343400"/>
            <a:ext cx="219456" cy="4114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ounded Rectangle 441"/>
          <p:cNvSpPr/>
          <p:nvPr/>
        </p:nvSpPr>
        <p:spPr>
          <a:xfrm>
            <a:off x="2926080" y="4846320"/>
            <a:ext cx="1920240" cy="5943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400" b="1">
                <a:solidFill>
                  <a:srgbClr val="FFFFFF"/>
                </a:solidFill>
                <a:latin typeface="微軟正黑體"/>
              </a:rPr>
              <a:t>存量</a:t>
            </a:r>
          </a:p>
        </p:txBody>
      </p:sp>
      <p:sp>
        <p:nvSpPr>
          <p:cNvPr id="443" name="Rectangle 442"/>
          <p:cNvSpPr/>
          <p:nvPr/>
        </p:nvSpPr>
        <p:spPr>
          <a:xfrm>
            <a:off x="6080760" y="2743200"/>
            <a:ext cx="2540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ounded Rectangle 443"/>
          <p:cNvSpPr/>
          <p:nvPr/>
        </p:nvSpPr>
        <p:spPr>
          <a:xfrm>
            <a:off x="5120640" y="3108960"/>
            <a:ext cx="1920240" cy="10972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真XX社群媒體</a:t>
            </a:r>
          </a:p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(真的facebook)</a:t>
            </a:r>
          </a:p>
        </p:txBody>
      </p:sp>
      <p:sp>
        <p:nvSpPr>
          <p:cNvPr id="445" name="Down Arrow 444"/>
          <p:cNvSpPr/>
          <p:nvPr/>
        </p:nvSpPr>
        <p:spPr>
          <a:xfrm>
            <a:off x="5971032" y="4343400"/>
            <a:ext cx="219456" cy="4114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ounded Rectangle 445"/>
          <p:cNvSpPr/>
          <p:nvPr/>
        </p:nvSpPr>
        <p:spPr>
          <a:xfrm>
            <a:off x="5120640" y="4846320"/>
            <a:ext cx="1920240" cy="5943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400" b="1">
                <a:solidFill>
                  <a:srgbClr val="FFFFFF"/>
                </a:solidFill>
                <a:latin typeface="微軟正黑體"/>
              </a:rPr>
              <a:t>大量</a:t>
            </a:r>
          </a:p>
        </p:txBody>
      </p:sp>
      <p:sp>
        <p:nvSpPr>
          <p:cNvPr id="447" name="Rectangle 446"/>
          <p:cNvSpPr/>
          <p:nvPr/>
        </p:nvSpPr>
        <p:spPr>
          <a:xfrm>
            <a:off x="8275319" y="2743200"/>
            <a:ext cx="2540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ounded Rectangle 447"/>
          <p:cNvSpPr/>
          <p:nvPr/>
        </p:nvSpPr>
        <p:spPr>
          <a:xfrm>
            <a:off x="7315199" y="3108960"/>
            <a:ext cx="1920240" cy="10972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產品製造</a:t>
            </a:r>
          </a:p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(量子能量&amp;訊息製造廠)</a:t>
            </a:r>
          </a:p>
        </p:txBody>
      </p:sp>
      <p:sp>
        <p:nvSpPr>
          <p:cNvPr id="449" name="Down Arrow 448"/>
          <p:cNvSpPr/>
          <p:nvPr/>
        </p:nvSpPr>
        <p:spPr>
          <a:xfrm>
            <a:off x="8165591" y="4343400"/>
            <a:ext cx="219456" cy="4114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ounded Rectangle 449"/>
          <p:cNvSpPr/>
          <p:nvPr/>
        </p:nvSpPr>
        <p:spPr>
          <a:xfrm>
            <a:off x="7315199" y="4846320"/>
            <a:ext cx="1920240" cy="5943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400" b="1">
                <a:solidFill>
                  <a:srgbClr val="FFFFFF"/>
                </a:solidFill>
                <a:latin typeface="微軟正黑體"/>
              </a:rPr>
              <a:t>能量</a:t>
            </a:r>
          </a:p>
        </p:txBody>
      </p:sp>
      <p:sp>
        <p:nvSpPr>
          <p:cNvPr id="451" name="Rectangle 450"/>
          <p:cNvSpPr/>
          <p:nvPr/>
        </p:nvSpPr>
        <p:spPr>
          <a:xfrm>
            <a:off x="10469880" y="2743200"/>
            <a:ext cx="2540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ounded Rectangle 451"/>
          <p:cNvSpPr/>
          <p:nvPr/>
        </p:nvSpPr>
        <p:spPr>
          <a:xfrm>
            <a:off x="9509760" y="3108960"/>
            <a:ext cx="1920240" cy="10972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健康食品</a:t>
            </a:r>
          </a:p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(專利)</a:t>
            </a:r>
          </a:p>
        </p:txBody>
      </p:sp>
      <p:sp>
        <p:nvSpPr>
          <p:cNvPr id="453" name="Down Arrow 452"/>
          <p:cNvSpPr/>
          <p:nvPr/>
        </p:nvSpPr>
        <p:spPr>
          <a:xfrm>
            <a:off x="10360152" y="4343400"/>
            <a:ext cx="219456" cy="4114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ounded Rectangle 453"/>
          <p:cNvSpPr/>
          <p:nvPr/>
        </p:nvSpPr>
        <p:spPr>
          <a:xfrm>
            <a:off x="9509760" y="4846320"/>
            <a:ext cx="1920240" cy="5943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400" b="1">
                <a:solidFill>
                  <a:srgbClr val="FFFFFF"/>
                </a:solidFill>
                <a:latin typeface="微軟正黑體"/>
              </a:rPr>
              <a:t>使用量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  <a:effectLst/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2"/>
          <p:cNvSpPr txBox="1"/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企業架構</a:t>
            </a:r>
            <a:endParaRPr/>
          </a:p>
        </p:txBody>
      </p:sp>
      <p:sp>
        <p:nvSpPr>
          <p:cNvPr id="554" name="Rectangle 553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Rounded Rectangle 555"/>
          <p:cNvSpPr/>
          <p:nvPr/>
        </p:nvSpPr>
        <p:spPr>
          <a:xfrm>
            <a:off x="4901184" y="1371600"/>
            <a:ext cx="2377440" cy="502920"/>
          </a:xfrm>
          <a:prstGeom prst="roundRect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負責人</a:t>
            </a:r>
          </a:p>
        </p:txBody>
      </p:sp>
      <p:sp>
        <p:nvSpPr>
          <p:cNvPr id="557" name="Rounded Rectangle 556"/>
          <p:cNvSpPr/>
          <p:nvPr/>
        </p:nvSpPr>
        <p:spPr>
          <a:xfrm>
            <a:off x="4901184" y="2240280"/>
            <a:ext cx="2377440" cy="502920"/>
          </a:xfrm>
          <a:prstGeom prst="roundRect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CEO</a:t>
            </a:r>
          </a:p>
        </p:txBody>
      </p:sp>
      <p:sp>
        <p:nvSpPr>
          <p:cNvPr id="558" name="Down Arrow 557"/>
          <p:cNvSpPr/>
          <p:nvPr/>
        </p:nvSpPr>
        <p:spPr>
          <a:xfrm>
            <a:off x="5980176" y="1920240"/>
            <a:ext cx="219456" cy="27432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Rectangle 558"/>
          <p:cNvSpPr/>
          <p:nvPr/>
        </p:nvSpPr>
        <p:spPr>
          <a:xfrm>
            <a:off x="2194560" y="2971800"/>
            <a:ext cx="7242048" cy="2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6089904" y="2743200"/>
            <a:ext cx="25400" cy="228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ounded Rectangle 560"/>
          <p:cNvSpPr/>
          <p:nvPr/>
        </p:nvSpPr>
        <p:spPr>
          <a:xfrm>
            <a:off x="731520" y="3154680"/>
            <a:ext cx="2926080" cy="5943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教育</a:t>
            </a:r>
          </a:p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(培訓總監)</a:t>
            </a:r>
          </a:p>
        </p:txBody>
      </p:sp>
      <p:sp>
        <p:nvSpPr>
          <p:cNvPr id="562" name="Rectangle 561"/>
          <p:cNvSpPr/>
          <p:nvPr/>
        </p:nvSpPr>
        <p:spPr>
          <a:xfrm>
            <a:off x="2194560" y="2971800"/>
            <a:ext cx="2540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Rounded Rectangle 562"/>
          <p:cNvSpPr/>
          <p:nvPr/>
        </p:nvSpPr>
        <p:spPr>
          <a:xfrm>
            <a:off x="4352544" y="3154680"/>
            <a:ext cx="2926080" cy="5943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行銷</a:t>
            </a:r>
          </a:p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(行銷總監)</a:t>
            </a:r>
          </a:p>
        </p:txBody>
      </p:sp>
      <p:sp>
        <p:nvSpPr>
          <p:cNvPr id="564" name="Rectangle 563"/>
          <p:cNvSpPr/>
          <p:nvPr/>
        </p:nvSpPr>
        <p:spPr>
          <a:xfrm>
            <a:off x="5815584" y="2971800"/>
            <a:ext cx="2540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ounded Rectangle 564"/>
          <p:cNvSpPr/>
          <p:nvPr/>
        </p:nvSpPr>
        <p:spPr>
          <a:xfrm>
            <a:off x="7973568" y="3154680"/>
            <a:ext cx="2926080" cy="5943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行政</a:t>
            </a:r>
          </a:p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(行政總監)</a:t>
            </a:r>
          </a:p>
        </p:txBody>
      </p:sp>
      <p:sp>
        <p:nvSpPr>
          <p:cNvPr id="566" name="Rectangle 565"/>
          <p:cNvSpPr/>
          <p:nvPr/>
        </p:nvSpPr>
        <p:spPr>
          <a:xfrm>
            <a:off x="9436608" y="2971800"/>
            <a:ext cx="2540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Down Arrow 566"/>
          <p:cNvSpPr/>
          <p:nvPr/>
        </p:nvSpPr>
        <p:spPr>
          <a:xfrm>
            <a:off x="2084831" y="3794760"/>
            <a:ext cx="219456" cy="32004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Rounded Rectangle 567"/>
          <p:cNvSpPr/>
          <p:nvPr/>
        </p:nvSpPr>
        <p:spPr>
          <a:xfrm>
            <a:off x="731520" y="4160520"/>
            <a:ext cx="128016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業務培訓</a:t>
            </a:r>
          </a:p>
        </p:txBody>
      </p:sp>
      <p:sp>
        <p:nvSpPr>
          <p:cNvPr id="569" name="Rounded Rectangle 568"/>
          <p:cNvSpPr/>
          <p:nvPr/>
        </p:nvSpPr>
        <p:spPr>
          <a:xfrm>
            <a:off x="2377440" y="4160520"/>
            <a:ext cx="128016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產品培訓</a:t>
            </a:r>
          </a:p>
        </p:txBody>
      </p:sp>
      <p:sp>
        <p:nvSpPr>
          <p:cNvPr id="570" name="Down Arrow 569"/>
          <p:cNvSpPr/>
          <p:nvPr/>
        </p:nvSpPr>
        <p:spPr>
          <a:xfrm>
            <a:off x="9326880" y="3794760"/>
            <a:ext cx="219456" cy="32004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Rounded Rectangle 570"/>
          <p:cNvSpPr/>
          <p:nvPr/>
        </p:nvSpPr>
        <p:spPr>
          <a:xfrm>
            <a:off x="7973568" y="4160520"/>
            <a:ext cx="86868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000" b="1">
                <a:solidFill>
                  <a:srgbClr val="083344"/>
                </a:solidFill>
                <a:latin typeface="微軟正黑體"/>
              </a:rPr>
              <a:t>財務</a:t>
            </a:r>
          </a:p>
        </p:txBody>
      </p:sp>
      <p:sp>
        <p:nvSpPr>
          <p:cNvPr id="572" name="Rounded Rectangle 571"/>
          <p:cNvSpPr/>
          <p:nvPr/>
        </p:nvSpPr>
        <p:spPr>
          <a:xfrm>
            <a:off x="8979408" y="4160520"/>
            <a:ext cx="86868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000" b="1">
                <a:solidFill>
                  <a:srgbClr val="083344"/>
                </a:solidFill>
                <a:latin typeface="微軟正黑體"/>
              </a:rPr>
              <a:t>客服</a:t>
            </a:r>
          </a:p>
        </p:txBody>
      </p:sp>
      <p:sp>
        <p:nvSpPr>
          <p:cNvPr id="573" name="Rounded Rectangle 572"/>
          <p:cNvSpPr/>
          <p:nvPr/>
        </p:nvSpPr>
        <p:spPr>
          <a:xfrm>
            <a:off x="9985248" y="4160520"/>
            <a:ext cx="86868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000" b="1">
                <a:solidFill>
                  <a:srgbClr val="083344"/>
                </a:solidFill>
                <a:latin typeface="微軟正黑體"/>
              </a:rPr>
              <a:t>技術</a:t>
            </a:r>
          </a:p>
        </p:txBody>
      </p:sp>
      <p:sp>
        <p:nvSpPr>
          <p:cNvPr id="574" name="Down Arrow 573"/>
          <p:cNvSpPr/>
          <p:nvPr/>
        </p:nvSpPr>
        <p:spPr>
          <a:xfrm>
            <a:off x="5705856" y="3794760"/>
            <a:ext cx="219456" cy="27432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Rounded Rectangle 574"/>
          <p:cNvSpPr/>
          <p:nvPr/>
        </p:nvSpPr>
        <p:spPr>
          <a:xfrm>
            <a:off x="4206240" y="4114800"/>
            <a:ext cx="1097280" cy="5029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000" b="1">
                <a:solidFill>
                  <a:srgbClr val="083344"/>
                </a:solidFill>
                <a:latin typeface="微軟正黑體"/>
              </a:rPr>
              <a:t>網路</a:t>
            </a:r>
          </a:p>
        </p:txBody>
      </p:sp>
      <p:sp>
        <p:nvSpPr>
          <p:cNvPr id="576" name="Rounded Rectangle 575"/>
          <p:cNvSpPr/>
          <p:nvPr/>
        </p:nvSpPr>
        <p:spPr>
          <a:xfrm>
            <a:off x="5440680" y="4114800"/>
            <a:ext cx="914400" cy="5029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000" b="1">
                <a:solidFill>
                  <a:srgbClr val="083344"/>
                </a:solidFill>
                <a:latin typeface="微軟正黑體"/>
              </a:rPr>
              <a:t>店</a:t>
            </a:r>
          </a:p>
        </p:txBody>
      </p:sp>
      <p:sp>
        <p:nvSpPr>
          <p:cNvPr id="577" name="Rounded Rectangle 576"/>
          <p:cNvSpPr/>
          <p:nvPr/>
        </p:nvSpPr>
        <p:spPr>
          <a:xfrm>
            <a:off x="6492240" y="4114800"/>
            <a:ext cx="914400" cy="5029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1000" b="1">
                <a:solidFill>
                  <a:srgbClr val="083344"/>
                </a:solidFill>
                <a:latin typeface="微軟正黑體"/>
              </a:rPr>
              <a:t>業務</a:t>
            </a:r>
          </a:p>
        </p:txBody>
      </p:sp>
      <p:sp>
        <p:nvSpPr>
          <p:cNvPr id="578" name="Rectangle 577"/>
          <p:cNvSpPr/>
          <p:nvPr/>
        </p:nvSpPr>
        <p:spPr>
          <a:xfrm>
            <a:off x="4069080" y="4709160"/>
            <a:ext cx="9144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4754880" y="4617720"/>
            <a:ext cx="1905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Rounded Rectangle 579"/>
          <p:cNvSpPr/>
          <p:nvPr/>
        </p:nvSpPr>
        <p:spPr>
          <a:xfrm>
            <a:off x="3566160" y="4892040"/>
            <a:ext cx="914400" cy="5029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900" b="0">
                <a:solidFill>
                  <a:srgbClr val="334155"/>
                </a:solidFill>
                <a:latin typeface="微軟正黑體"/>
              </a:rPr>
              <a:t>自媒體</a:t>
            </a:r>
          </a:p>
        </p:txBody>
      </p:sp>
      <p:sp>
        <p:nvSpPr>
          <p:cNvPr id="581" name="Rectangle 580"/>
          <p:cNvSpPr/>
          <p:nvPr/>
        </p:nvSpPr>
        <p:spPr>
          <a:xfrm>
            <a:off x="4069080" y="4709160"/>
            <a:ext cx="1905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Rounded Rectangle 581"/>
          <p:cNvSpPr/>
          <p:nvPr/>
        </p:nvSpPr>
        <p:spPr>
          <a:xfrm>
            <a:off x="4617720" y="4892040"/>
            <a:ext cx="1097280" cy="5029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latin typeface="微軟正黑體"/>
              </a:defRPr>
            </a:pPr>
            <a:r>
              <a:rPr sz="900" b="0">
                <a:solidFill>
                  <a:srgbClr val="334155"/>
                </a:solidFill>
                <a:latin typeface="微軟正黑體"/>
              </a:rPr>
              <a:t>官網 / 媒體</a:t>
            </a:r>
          </a:p>
        </p:txBody>
      </p:sp>
      <p:sp>
        <p:nvSpPr>
          <p:cNvPr id="583" name="Rectangle 582"/>
          <p:cNvSpPr/>
          <p:nvPr/>
        </p:nvSpPr>
        <p:spPr>
          <a:xfrm>
            <a:off x="4983480" y="4709160"/>
            <a:ext cx="1905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  <a:effectLst/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3"/>
          <p:cNvSpPr txBox="1"/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sz="3200" b="1">
                <a:solidFill>
                  <a:srgbClr val="083344"/>
                </a:solidFill>
                <a:latin typeface="微軟正黑體"/>
              </a:rPr>
              <a:t/>
            </a:r>
            <a:endParaRPr/>
          </a:p>
        </p:txBody>
      </p:sp>
      <p:graphicFrame>
        <p:nvGraphicFramePr>
          <p:cNvPr id="559" name="Google Shape;559;p13"/>
          <p:cNvGraphicFramePr/>
          <p:nvPr/>
        </p:nvGraphicFramePr>
        <p:xfrm>
          <a:off x="314632" y="450643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{13218573-F3EE-4882-B7E4-E67086CEF204}</a:tableStyleId>
              </a:tblPr>
              <a:tblGrid>
                <a:gridCol w="1976350"/>
                <a:gridCol w="3795625"/>
                <a:gridCol w="5641675"/>
              </a:tblGrid>
              <a:tr h="644750"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300" b="1">
                          <a:solidFill>
                            <a:srgbClr val="FFFFFF"/>
                          </a:solidFill>
                          <a:latin typeface="微軟正黑體"/>
                        </a:rPr>
                        <a:t>企業獨特優勢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0284C7"/>
                    </a:solidFill>
                  </a:tcPr>
                </a:tc>
              </a:tr>
              <a:tr h="644750"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公司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身心健康優質品牌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創辦人的故事(不為利益) </a:t>
                      </a: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實體點</a:t>
                      </a: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</a:tr>
              <a:tr h="644750"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產品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量子能量與其他結合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專利   特別產品 高利潤  日常用品取代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</a:tr>
              <a:tr h="644750"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制度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解決所有直銷無法解決的問題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傳統制度  不會被傳直銷三個字影響  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</a:tr>
              <a:tr h="644750"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系統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免費引流 完整系統 趨勢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 身心靈老師培訓 業務系統培訓  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</a:tr>
              <a:tr h="644750"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行銷模式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多通路布局  天地人 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只要分享APP  後面收入就有關 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</a:tr>
              <a:tr h="644750"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品牌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培養很多身心靈老師推薦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最多身心靈老師推薦的品牌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</a:tr>
              <a:tr h="644750"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團隊 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2400"/>
                        <a:t> 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專業團隊 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</a:tr>
              <a:tr h="644750"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技術 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靈性技術 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免費教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560" name="Rectangle 559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  <a:effectLst/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4"/>
          <p:cNvSpPr txBox="1"/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我們在徵的人才</a:t>
            </a:r>
            <a:endParaRPr/>
          </a:p>
        </p:txBody>
      </p:sp>
      <p:sp>
        <p:nvSpPr>
          <p:cNvPr id="565" name="Google Shape;565;p14"/>
          <p:cNvSpPr txBox="1"/>
          <p:nvPr>
            <p:ph idx="1" type="body"/>
          </p:nvPr>
        </p:nvSpPr>
        <p:spPr>
          <a:xfrm>
            <a:off x="623393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1、身心靈老師或想學習的人(透過座談會)</a:t>
            </a:r>
            <a:endParaRPr/>
          </a:p>
          <a:p>
            <a:pPr indent="0" lvl="0" marL="10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2、特助(細心 )</a:t>
            </a:r>
            <a:endParaRPr sz="36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10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3、財稅相關專業(會計師)</a:t>
            </a:r>
            <a:endParaRPr/>
          </a:p>
          <a:p>
            <a:pPr indent="0" lvl="0" marL="10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4、醫療相關專業(醫師/護理師/營養師/醫檢師/藥師 心理師)</a:t>
            </a:r>
            <a:endParaRPr/>
          </a:p>
          <a:p>
            <a:pPr indent="0" lvl="0" marL="10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5、行銷相關專業(小編/拍攝/剪片/經紀人)</a:t>
            </a:r>
            <a:endParaRPr/>
          </a:p>
          <a:p>
            <a:pPr indent="0" lvl="0" marL="10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6、法律相關專業</a:t>
            </a:r>
            <a:endParaRPr/>
          </a:p>
        </p:txBody>
      </p:sp>
      <p:sp>
        <p:nvSpPr>
          <p:cNvPr id="566" name="Rectangle 565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  <a:effectLst/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5"/>
          <p:cNvSpPr txBox="1"/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實體</a:t>
            </a:r>
            <a:endParaRPr/>
          </a:p>
        </p:txBody>
      </p:sp>
      <p:sp>
        <p:nvSpPr>
          <p:cNvPr id="571" name="Google Shape;571;p15"/>
          <p:cNvSpPr txBox="1"/>
          <p:nvPr>
            <p:ph idx="1" type="body"/>
          </p:nvPr>
        </p:nvSpPr>
        <p:spPr>
          <a:xfrm>
            <a:off x="623393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一樓：咖啡廳+茶飲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二樓：運動教室 身心靈 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三樓：諮詢室/整脊/調理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四樓：診所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或者一層有兩個功能也可</a:t>
            </a:r>
            <a:endParaRPr/>
          </a:p>
        </p:txBody>
      </p:sp>
      <p:sp>
        <p:nvSpPr>
          <p:cNvPr id="572" name="Rectangle 571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Rectangle 572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  <a:effectLst/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6"/>
          <p:cNvSpPr txBox="1"/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咖啡廳外觀示意圖</a:t>
            </a:r>
            <a:endParaRPr/>
          </a:p>
        </p:txBody>
      </p:sp>
      <p:pic>
        <p:nvPicPr>
          <p:cNvPr id="577" name="Google Shape;577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200" y="1247050"/>
            <a:ext cx="4652700" cy="26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1190" y="2228129"/>
            <a:ext cx="4727276" cy="4727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16" title="Gemini_Generated_Image_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7150" y="855575"/>
            <a:ext cx="4925892" cy="268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16" title="cafe_yoga_stud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7331" y="3866350"/>
            <a:ext cx="2986749" cy="2986749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Rectangle 580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Rectangle 581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  <a:effectLst/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524" y="2362475"/>
            <a:ext cx="5369250" cy="35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17"/>
          <p:cNvSpPr txBox="1"/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運動教室示意圖</a:t>
            </a:r>
            <a:endParaRPr/>
          </a:p>
        </p:txBody>
      </p:sp>
      <p:pic>
        <p:nvPicPr>
          <p:cNvPr id="587" name="Google Shape;587;p17" title="Gemini_Generated_Image_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2501" y="2756800"/>
            <a:ext cx="4781551" cy="3185174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Rectangle 587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Rectangle 588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  <a:effectLst/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8"/>
          <p:cNvSpPr txBox="1"/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美容/身心靈教室外觀示意圖</a:t>
            </a:r>
            <a:endParaRPr/>
          </a:p>
        </p:txBody>
      </p:sp>
      <p:pic>
        <p:nvPicPr>
          <p:cNvPr id="593" name="Google Shape;593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401" y="1745201"/>
            <a:ext cx="5376600" cy="358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18" title="healing_ro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6751" y="1399456"/>
            <a:ext cx="5262848" cy="5262848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Rectangle 594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Rectangle 595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  <a:effectLst/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9"/>
          <p:cNvSpPr txBox="1"/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辦公室示意圖</a:t>
            </a:r>
            <a:endParaRPr/>
          </a:p>
        </p:txBody>
      </p:sp>
      <p:pic>
        <p:nvPicPr>
          <p:cNvPr id="600" name="Google Shape;600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1225" y="1405975"/>
            <a:ext cx="8918400" cy="48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Rectangle 600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Rectangle 601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  <a:effectLst/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0"/>
          <p:cNvSpPr txBox="1"/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分租模式的行銷優勢</a:t>
            </a:r>
            <a:endParaRPr/>
          </a:p>
        </p:txBody>
      </p:sp>
      <p:sp>
        <p:nvSpPr>
          <p:cNvPr id="606" name="Google Shape;606;p20"/>
          <p:cNvSpPr txBox="1"/>
          <p:nvPr>
            <p:ph idx="1" type="body"/>
          </p:nvPr>
        </p:nvSpPr>
        <p:spPr>
          <a:xfrm>
            <a:off x="437648" y="149593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交叉引流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櫃台協助檢測 服務與成交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讓老師做本來在做的事情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吧檯飲品與點心可增加公司收益</a:t>
            </a:r>
            <a:endParaRPr/>
          </a:p>
        </p:txBody>
      </p:sp>
      <p:pic>
        <p:nvPicPr>
          <p:cNvPr id="607" name="Google Shape;6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7901" y="1996898"/>
            <a:ext cx="3554083" cy="3554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4792" y="1939470"/>
            <a:ext cx="4760302" cy="4123426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Rectangle 608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Rectangle 609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  <a:effectLst/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3" name="Google Shape;613;p21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{8B1D82ED-64FE-44D7-B84F-EB1007612573}</a:tableStyleId>
              </a:tblPr>
              <a:tblGrid>
                <a:gridCol w="635625"/>
                <a:gridCol w="1338150"/>
                <a:gridCol w="1282400"/>
                <a:gridCol w="3947575"/>
                <a:gridCol w="2548850"/>
                <a:gridCol w="2439425"/>
              </a:tblGrid>
              <a:tr h="556250"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300" u="none" cap="none" strike="noStrike" b="1">
                          <a:solidFill>
                            <a:srgbClr val="FFFFFF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層次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300" u="none" cap="none" strike="noStrike" b="1">
                          <a:solidFill>
                            <a:srgbClr val="FFFFFF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定位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300" u="none" cap="none" strike="noStrike" b="1">
                          <a:solidFill>
                            <a:srgbClr val="FFFFFF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時間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300" u="none" cap="none" strike="noStrike" b="1">
                          <a:solidFill>
                            <a:srgbClr val="FFFFFF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條件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300" u="none" cap="none" strike="noStrike" b="1">
                          <a:solidFill>
                            <a:srgbClr val="FFFFFF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收入模式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300" u="none" cap="none" strike="noStrike" b="1">
                          <a:solidFill>
                            <a:srgbClr val="FFFFFF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成長方向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4C7"/>
                    </a:solidFill>
                  </a:tcPr>
                </a:tc>
              </a:tr>
              <a:tr h="602575"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b="0" lang="zh-TW" sz="1100" u="none" cap="none" strike="noStrik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靈性老師 / 個人顧問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2024、7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以自身能力開課或做個案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課程費、諮詢費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打造個人品牌、累積口碑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602575"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b="0" lang="zh-TW" sz="1100" u="none" cap="none" strike="noStrik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專業個體戶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2025、1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有穩定學員與回頭客，開始有小影響力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一對多課程、套裝服務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介紹個案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602575"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b="0" lang="zh-TW" sz="1100" u="none" cap="none" strike="noStrik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微型工作室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2025、9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大量尋找老師與業務團隊與工作人員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課程＋產品銷售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培養老師與業務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602575"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b="0" lang="zh-TW" sz="1100" u="none" cap="none" strike="noStrik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公司化經營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2026、5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租下辦公室或店面做初期培訓與內部測試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B2C課程＋B2B合作（企業方案）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建立培訓系統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602575"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b="0" lang="zh-TW" sz="1100" u="none" cap="none" strike="noStrik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小型品牌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2026、12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建立規模組織與大量曝光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一棟正式營業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會員制、訂閱制、品牌產品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打造真靈光店面營收樣板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602575"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7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b="0" lang="zh-TW" sz="1100" u="none" cap="none" strike="noStrik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連鎖 / 擴張中心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2027、10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擁有多個實體據點，可能採加盟模式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加盟金、授權費、分店營收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建立標準化課程＋加盟SOP(內部創業)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602575"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8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b="0" lang="zh-TW" sz="1100" u="none" cap="none" strike="noStrik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全國品牌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2028 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在全台灣多地區佈局，成為知名身心靈品牌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大型活動、出版、品牌合作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與政府、企業、學校合作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602575"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9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b="0" lang="zh-TW" sz="1100" u="none" cap="none" strike="noStrik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平台型企業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2029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建立「真靈光平台」，整合老師、學員、產品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平台抽成、廣告、流量變現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打造身心靈版的「蝦皮＋全聯」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878550"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b="0" lang="zh-TW" sz="1100" u="none" cap="none" strike="noStrik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生態系統企業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2030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建立完整「身心靈生態圈」：</a:t>
                      </a:r>
                      <a:endParaRPr sz="18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課程、產品、療癒中心、學校、診所、金融 養生村 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多元收入（平台＋實體＋科技＋投資）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u="none" cap="none" strike="noStrike" b="0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成為全球第一的身心靈生態系，連結百萬導師與用戶</a:t>
                      </a:r>
                      <a:endParaRPr/>
                    </a:p>
                  </a:txBody>
                  <a:tcPr marT="25175" marB="25175" marR="50325" marL="50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rostyVTI">
  <a:themeElements>
    <a:clrScheme name="FrostyVTI">
      <a:dk1>
        <a:srgbClr val="000000"/>
      </a:dk1>
      <a:lt1>
        <a:srgbClr val="DAE3E3"/>
      </a:lt1>
      <a:dk2>
        <a:srgbClr val="A7A7A7"/>
      </a:dk2>
      <a:lt2>
        <a:srgbClr val="53535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Perception">
  <a:themeElements>
    <a:clrScheme name="Perception">
      <a:dk1>
        <a:srgbClr val="000000"/>
      </a:dk1>
      <a:lt1>
        <a:srgbClr val="FFFFFF"/>
      </a:lt1>
      <a:dk2>
        <a:srgbClr val="333333"/>
      </a:dk2>
      <a:lt2>
        <a:srgbClr val="BBC0AC"/>
      </a:lt2>
      <a:accent1>
        <a:srgbClr val="A2C816"/>
      </a:accent1>
      <a:accent2>
        <a:srgbClr val="E07602"/>
      </a:accent2>
      <a:accent3>
        <a:srgbClr val="E4C402"/>
      </a:accent3>
      <a:accent4>
        <a:srgbClr val="7DC1EF"/>
      </a:accent4>
      <a:accent5>
        <a:srgbClr val="21449B"/>
      </a:accent5>
      <a:accent6>
        <a:srgbClr val="A2B170"/>
      </a:accent6>
      <a:hlink>
        <a:srgbClr val="8DA440"/>
      </a:hlink>
      <a:folHlink>
        <a:srgbClr val="4C4F3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erception">
  <a:themeElements>
    <a:clrScheme name="Perception">
      <a:dk1>
        <a:srgbClr val="000000"/>
      </a:dk1>
      <a:lt1>
        <a:srgbClr val="FFFFFF"/>
      </a:lt1>
      <a:dk2>
        <a:srgbClr val="333333"/>
      </a:dk2>
      <a:lt2>
        <a:srgbClr val="BBC0AC"/>
      </a:lt2>
      <a:accent1>
        <a:srgbClr val="A2C816"/>
      </a:accent1>
      <a:accent2>
        <a:srgbClr val="E07602"/>
      </a:accent2>
      <a:accent3>
        <a:srgbClr val="E4C402"/>
      </a:accent3>
      <a:accent4>
        <a:srgbClr val="7DC1EF"/>
      </a:accent4>
      <a:accent5>
        <a:srgbClr val="21449B"/>
      </a:accent5>
      <a:accent6>
        <a:srgbClr val="A2B170"/>
      </a:accent6>
      <a:hlink>
        <a:srgbClr val="8DA440"/>
      </a:hlink>
      <a:folHlink>
        <a:srgbClr val="4C4F3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2025-10-08T11:36:25Z</dcterms:created>
  <dc:creator>Chen Ray</dc:creator>
</cp:coreProperties>
</file>