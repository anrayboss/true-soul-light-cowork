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全網最齊全的新手短影音入門攻略《短影音教學系列 EP1》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91840"/>
            <a:ext cx="39620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內容核心摘要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本影片由講師陳修平（Joey Chen）主講，結合其過去三年操盤數千支短影音及個人帳號（全網超過 20 萬追蹤）的實戰經驗，為短影音新手提供全方位的入門攻略。內容涵蓋四大篇章：賺錢篇（平台分潤、業配、代操、本業變現）、企劃篇（定位、取名、人設、選題與說故事）、製作篇（手機拍攝、器材選擇、影片類型與剪輯軟體），以及運營篇（多平台分發、發片頻率與露臉心態），旨在協助創作者把握短影音時代的流量紅利，以最低成本開啟並持續經營個人 IP。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2011680"/>
            <a:ext cx="30175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83344"/>
                </a:solidFill>
                <a:latin typeface="Microsoft JhengHei"/>
              </a:defRPr>
            </a:pPr>
            <a:r>
              <a:t>重點大綱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一、 流量與時代背景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流量是生意的關鍵</a:t>
            </a:r>
            <a:r>
              <a:rPr b="0">
                <a:solidFill>
                  <a:srgbClr val="334155"/>
                </a:solidFill>
              </a:rPr>
              <a:t>：業績 = 流量 × 轉換率 × 客單價 × 回購率。若流量為 0，後面的表現再好，最終的業績也依然是 0。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時代的流量紅利</a:t>
            </a:r>
            <a:r>
              <a:rPr b="0">
                <a:solidFill>
                  <a:srgbClr val="334155"/>
                </a:solidFill>
              </a:rPr>
              <a:t>：每個時代都有其流量紅利，如 2010 年的部落格、2014 年的 Facebook、2017 年的直播、2019 年的蝦皮。我們這個時代的流量紅利就是「短影音」。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短影音的優勢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視覺張力強</a:t>
            </a:r>
            <a:r>
              <a:rPr b="0">
                <a:solidFill>
                  <a:srgbClr val="334155"/>
                </a:solidFill>
              </a:rPr>
              <a:t>：直式滿版螢幕，視覺感受更具張力。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高效吸收與多巴胺刺激</a:t>
            </a:r>
            <a:r>
              <a:rPr b="0">
                <a:solidFill>
                  <a:srgbClr val="334155"/>
                </a:solidFill>
              </a:rPr>
              <a:t>：短時間內提供高密度資訊，持續刺激受眾多巴胺，讓人一直想看下去。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一、 流量與時代背景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演算法紅利</a:t>
            </a:r>
            <a:r>
              <a:rPr b="0">
                <a:solidFill>
                  <a:srgbClr val="334155"/>
                </a:solidFill>
              </a:rPr>
              <a:t>：各大平台（Meta 的 Reels、YouTube 的 Shorts）為與 TikTok（抖音）競爭，提供極高演算法流量支持。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賺錢篇：短影音的四種變現方法 (1/3)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1. </a:t>
            </a:r>
            <a:r>
              <a:rPr b="1">
                <a:solidFill>
                  <a:srgbClr val="0369A1"/>
                </a:solidFill>
              </a:rPr>
              <a:t>平台分潤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YouTube Shorts 雖有分潤，但門檻極高。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Facebook 目前提供創作者流量分潤，門檻相對親民（例如講師分享一篇高互動貼文獲得 18.37 美元，住院影片獲得 34.56 美元，每月可帶來約 6,000 元 NTD 的額外收入）。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2. </a:t>
            </a:r>
            <a:r>
              <a:rPr b="1">
                <a:solidFill>
                  <a:srgbClr val="0369A1"/>
                </a:solidFill>
              </a:rPr>
              <a:t>業配收入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流量做起來後，廠商會主動洽談合作。例如學員「彩妝師米妮」拍美妝開箱吸引保養品廠商；禮儀師學員「凱浩」因穿搭有型接到西裝業配。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賺錢篇：短影音的四種變現方法 (2/3)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講師在 ShiFu 平台業配手機攝影世界冠軍 Paddy（趙培均）的課程帶來 39.8 萬元 NTD 業績，業配超級個體工作坊帶來 123 萬元 NTD 業績。若來者不拒，單靠業配月收入可達 12 萬元 NTD 以上。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3. </a:t>
            </a:r>
            <a:r>
              <a:rPr b="1">
                <a:solidFill>
                  <a:srgbClr val="0369A1"/>
                </a:solidFill>
              </a:rPr>
              <a:t>代操服務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不為自己拍，而是用短影音技能協助業主/廠商代操。市場上代操一支影片費用在 3,000 至 20,000 元 NTD 不等。若月產 30 支，可帶來數十萬元收入。有學員靠短影音代操年營收突破 500 萬元 NTD。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4. </a:t>
            </a:r>
            <a:r>
              <a:rPr b="1">
                <a:solidFill>
                  <a:srgbClr val="0369A1"/>
                </a:solidFill>
              </a:rPr>
              <a:t>本業變現（最大利潤來源）</a:t>
            </a:r>
            <a:r>
              <a:rPr b="0">
                <a:solidFill>
                  <a:srgbClr val="334155"/>
                </a:solidFill>
              </a:rPr>
              <a:t>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賺錢篇：短影音的四種變現方法 (3/3)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利用短影音引流到本業的課程或服務。例如「彩妝師米妮」的實體彩妝課一位難求；講師團隊操作「陳信安的籃球課」短影音，獲得 1,000 多萬次自然觀看，以及愛紗的線上課、Melody 的課程等，創造數千萬元台幣的本業產值。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核心邏輯：先賣「人」，再賣「商品」。觀眾因為喜歡你這個人，進而支持你的商品或服務。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企劃篇：帳號定位、選題與人設 (1/5)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帳號取名公式（C6 選 2）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從地區、行業、身分、暱稱等六個元素中，挑選兩個進行排列組合。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*實例*：「來莿桐找 Sandy」（地區 + 暱稱）、「來大稻埕找尼克」（地區 + 暱稱）、「民生社區老郭」（地區 + 暱稱）、「藍太太好生活」（暱稱 + 理念）。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萬用敘事欄公式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核心架構：你是誰 + 有什麼值得炫耀的成就/特點 + 能帶給用戶什麼價值。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*實例*：「我是平哥，深耕台中房產 10 年，人稱台中活地圖。我會給你最新的台中買房乾貨。」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企劃篇：帳號定位、選題與人設 (2/5)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服化道精心設計（重複形象）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透過鮮明形象重複出現，加深觀眾記憶。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*實例*：Sandy 穿白襯衫、戴草帽與黑手套（農田間的 CEO 反差感）；尼克在脖子上掛大蒜；邱老闆穿經典藍色牛津襯衫，手上拿大院子飲料。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人設類型選擇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專家型人設</a:t>
            </a:r>
            <a:r>
              <a:rPr b="0">
                <a:solidFill>
                  <a:srgbClr val="334155"/>
                </a:solidFill>
              </a:rPr>
              <a:t>：強調專業與權威，漲粉快但容錯率低，容易招致酸民挑刺，一旦講錯容易人設崩塌。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成長型人設（推薦）</a:t>
            </a:r>
            <a:r>
              <a:rPr b="0">
                <a:solidFill>
                  <a:srgbClr val="334155"/>
                </a:solidFill>
              </a:rPr>
              <a:t>：定位為「正在學習並稍微領先的小白」，態度謙虛，錯了就改，粉絲黏著度極高且不易翻車。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企劃篇：帳號定位、選題與人設 (3/5)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三個選題靈感來源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YouTube 觀看數排行</a:t>
            </a:r>
            <a:r>
              <a:rPr b="0">
                <a:solidFill>
                  <a:srgbClr val="334155"/>
                </a:solidFill>
              </a:rPr>
              <a:t>：搜尋同領域關鍵字，依觀看次數由高到低排序，直接找出具有流量基本盤的話題（例如 Costo 開箱天花板可達 300 萬觀看，微風超市開箱僅 10 萬觀看）。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Google 關鍵字規劃工具 (Keyword Planner)</a:t>
            </a:r>
            <a:r>
              <a:rPr b="0">
                <a:solidFill>
                  <a:srgbClr val="334155"/>
                </a:solidFill>
              </a:rPr>
              <a:t>：用搜尋數據決定選題。例如決定八字、風水、相面課程比重（八字月搜尋 10 幾萬，風水 5 萬，相面 5,000，最後決定三者都教以取得最大流量）。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企劃篇：帳號定位、選題與人設 (4/5)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抖音熱門影片分析</a:t>
            </a:r>
            <a:r>
              <a:rPr b="0">
                <a:solidFill>
                  <a:srgbClr val="334155"/>
                </a:solidFill>
              </a:rPr>
              <a:t>：在中國抖音的熱門類別中，擷取流量前 10 名的影片，用自己的理解與語言重新拍攝。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用故事包裝專業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觀眾滑短影音多處於放鬆或娛樂場景，生硬的專業知識不易被接受，應改用故事包裝。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*實例*：講師不生硬推銷 ShiFu 平台，而是拍自己的創業故事（電商失敗到創辦線上課程平台），獲得 40 萬觀看，成功建立信任。二手車行學員拍放棄工作回家幫忙爸爸的創業故事，在臉書獲得 80 萬觀看。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黃金企劃與系列感</a:t>
            </a:r>
            <a:r>
              <a:rPr b="0">
                <a:solidFill>
                  <a:srgbClr val="334155"/>
                </a:solidFill>
              </a:rPr>
              <a:t>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企劃篇：帳號定位、選題與人設 (5/5)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建立固定腳本架構（如 Sandy 的：開頭 ➔ 介紹 ➔ 體驗 ➔ 收尾），每次寫腳本只需套入新元素（如開箱不同農田、吃不同小吃）。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製作系列型挑戰（如「挑戰跟 100 個陌生人單挑籃球」、「挑戰跟 100 個創業成功的企業家探討賺錢方式」），利用「連載」建立期待感，引導用戶訂閱並回看先前影片。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上一層思維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避免將話題鎖死在單一窄領域。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*實例*：賣食材的教做菜；教英文的講美日文化差異；教短影音的延伸到創業、財商、自我成長等，上一層話題往往流量更大，能有效吸引中小企業主、業務、個人創業者等目標客群。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 製作篇：器材、影片類型與剪輯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拍攝器材選擇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手機為主</a:t>
            </a:r>
            <a:r>
              <a:rPr b="0">
                <a:solidFill>
                  <a:srgbClr val="334155"/>
                </a:solidFill>
              </a:rPr>
              <a:t>：降低開始的門檻與心理壓力，不建議一開始投入高昂相機、燈光與團隊成本，避免流量不如預期時心態崩潰。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收音與燈光</a:t>
            </a:r>
            <a:r>
              <a:rPr b="0">
                <a:solidFill>
                  <a:srgbClr val="334155"/>
                </a:solidFill>
              </a:rPr>
              <a:t>：除非風切聲過大才使用外接麥克風（如 RODE、Saramonic），否則手機內建收音已足夠自然。光源以自然陽光最佳，夜間拍攝可站在兩個路燈中間。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五種影片呈現形式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口播（對鏡頭說話）</a:t>
            </a:r>
            <a:r>
              <a:rPr b="0">
                <a:solidFill>
                  <a:srgbClr val="334155"/>
                </a:solidFill>
              </a:rPr>
              <a:t>：最基礎的呈現形式。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圖片 + 口播</a:t>
            </a:r>
            <a:r>
              <a:rPr b="0">
                <a:solidFill>
                  <a:srgbClr val="334155"/>
                </a:solidFill>
              </a:rPr>
              <a:t>：穿插圖片以豐富畫面（如分享過去辛苦經歷時放入銀行存款截圖）。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 製作篇：器材、影片類型與剪輯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影片 + 口播</a:t>
            </a:r>
            <a:r>
              <a:rPr b="0">
                <a:solidFill>
                  <a:srgbClr val="334155"/>
                </a:solidFill>
              </a:rPr>
              <a:t>：穿插 Vlog 等影片素材。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切片</a:t>
            </a:r>
            <a:r>
              <a:rPr b="0">
                <a:solidFill>
                  <a:srgbClr val="334155"/>
                </a:solidFill>
              </a:rPr>
              <a:t>：將長視頻（如 Podcast、直播、長片）的精華片段剪輯成多個短影音發布。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劇情片</a:t>
            </a:r>
            <a:r>
              <a:rPr b="0">
                <a:solidFill>
                  <a:srgbClr val="334155"/>
                </a:solidFill>
              </a:rPr>
              <a:t>：需要寫劇本、分鏡、找演員，門檻較高，不建議新手初期嘗試。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剪輯軟體推薦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推薦使用</a:t>
            </a:r>
            <a:r>
              <a:rPr b="1">
                <a:solidFill>
                  <a:srgbClr val="0369A1"/>
                </a:solidFill>
              </a:rPr>
              <a:t>剪映（國際版為 CapCut）</a:t>
            </a:r>
            <a:r>
              <a:rPr b="0">
                <a:solidFill>
                  <a:srgbClr val="334155"/>
                </a:solidFill>
              </a:rPr>
              <a:t>，功能傻瓜且學習曲線平緩，適合新手快速產出。不建議新手將過多資源花在學習 Final Cut 或 Premiere 的複雜技術上。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五、 運營與心態篇：分發、頻率與心態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多平台全網分發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「賽馬不猜馬」，將影片同時發布至 Facebook、Instagram Reels、YouTube Shorts、Threads、小紅書等。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根據數據反饋調整後續加碼策略（如 YouTube 表現好就加做長片，IG 表現好就多發限動，FB 表現好就開直播）。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發片頻率與持續性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最好的方式是「日更」以加深觀眾記憶。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若壓力過大，可降至一週兩更或至少一更。重點在於持續不中斷，「停止拍片才是真正的失敗」。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五、 運營與心態篇：分發、頻率與心態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不露臉的替代方案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露臉最能建立信任。若真的抗拒，可採取戴口罩，或以 Vlog 形式（影片 + 口播配音）呈現。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先行動再修正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「成功不是給準備好的人，是給開始的人。」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拍片前 80% 的煩惱往往不會發生，而拍片後 80% 的問題通常是預想不到的。先行動、再複盤，逐步修正優化即可。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關鍵行動清單 (Action Items)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1. </a:t>
            </a:r>
            <a:r>
              <a:rPr b="1">
                <a:solidFill>
                  <a:srgbClr val="0369A1"/>
                </a:solidFill>
              </a:rPr>
              <a:t>立即開拍</a:t>
            </a:r>
            <a:r>
              <a:rPr b="0">
                <a:solidFill>
                  <a:srgbClr val="334155"/>
                </a:solidFill>
              </a:rPr>
              <a:t>：不找藉口，拿起手機，使用前鏡頭錄製第一支口播影片（如以自我介紹或創業故事開始）。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2. </a:t>
            </a:r>
            <a:r>
              <a:rPr b="1">
                <a:solidFill>
                  <a:srgbClr val="0369A1"/>
                </a:solidFill>
              </a:rPr>
              <a:t>規劃 C6 取 2 帳號名稱</a:t>
            </a:r>
            <a:r>
              <a:rPr b="0">
                <a:solidFill>
                  <a:srgbClr val="334155"/>
                </a:solidFill>
              </a:rPr>
              <a:t>：挑選地區、行業、身分或暱稱中的兩個元素，為自己的短影音帳號命名。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3. </a:t>
            </a:r>
            <a:r>
              <a:rPr b="1">
                <a:solidFill>
                  <a:srgbClr val="0369A1"/>
                </a:solidFill>
              </a:rPr>
              <a:t>撰寫萬用敘事欄</a:t>
            </a:r>
            <a:r>
              <a:rPr b="0">
                <a:solidFill>
                  <a:srgbClr val="334155"/>
                </a:solidFill>
              </a:rPr>
              <a:t>：用「我是誰 + 成就/特質 + 用戶價值」公式完成帳號簡介。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4. </a:t>
            </a:r>
            <a:r>
              <a:rPr b="1">
                <a:solidFill>
                  <a:srgbClr val="0369A1"/>
                </a:solidFill>
              </a:rPr>
              <a:t>尋找熱門選題</a:t>
            </a:r>
            <a:r>
              <a:rPr b="0">
                <a:solidFill>
                  <a:srgbClr val="334155"/>
                </a:solidFill>
              </a:rPr>
              <a:t>：透過 YouTube 依觀看數排序或 Google 關鍵字工具，找出自身領域的流量基本盤話題。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關鍵行動清單 (Action Items)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5. </a:t>
            </a:r>
            <a:r>
              <a:rPr b="1">
                <a:solidFill>
                  <a:srgbClr val="0369A1"/>
                </a:solidFill>
              </a:rPr>
              <a:t>建立全網分發工作流</a:t>
            </a:r>
            <a:r>
              <a:rPr b="0">
                <a:solidFill>
                  <a:srgbClr val="334155"/>
                </a:solidFill>
              </a:rPr>
              <a:t>：使用剪映完成快速剪輯後，同時上傳至 FB、IG、YouTube，不猜測平台，讓數據說話。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