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選題庫 x 新手定位賽道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用熱門主題找到內容方向，再從定位賽道建立長期輸出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熱門選題庫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九大熱門主題，抓住風口與人性的切角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01 生活日常 - 生活點滴、趣味日常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02 家居生活 - 家居佈置、收納整理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03 美妝穿搭 - 彩妝教學、穿衣搭配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04 寵物萌寵 - 寵物生活、照顧心得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05 美食旅遊 - 餐廳推薦、旅遊行程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06 娛樂搞笑 - 趣事分享、幽默段子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07 時尚美學 - 時尚趨勢、穿搭品味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08 成長自律 - 自我提升、學習方法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09 理財搞錢 - 理財規劃、副業變現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2411128" cy="382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新手定位賽道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找出你可以持續產出的內容利基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01 關聯定位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結合多重主題的交集點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02 專業定位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展現垂直領域的知識權威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03 娛樂定位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提供趣味與輕鬆的內容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04 吐槽定位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用真實與批判性引發共鳴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05 乾貨定位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提供具體可執行的工具/方法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06 美學定位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重視視覺美感與生活品味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5E97206-104A-010C-AAFE-17C70F0D3C96}"/>
              </a:ext>
            </a:extLst>
          </p:cNvPr>
          <p:cNvSpPr txBox="1"/>
          <p:nvPr/>
        </p:nvSpPr>
        <p:spPr>
          <a:xfrm>
            <a:off x="8961120" y="2547416"/>
            <a:ext cx="2411128" cy="306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07 故事定位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以個人經歷與情商建立認同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08 挑戰定位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設定目標並記錄執行過程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09 避坑定位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幫助受眾防範常見錯誤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10 跨界定位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將兩個不相關領域融合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11 資源定位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做為資訊整理與管道整合者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12 陪伴定位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建立深度陪伴的社群體驗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市場利基四象限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用 需求 x 競爭 找出黃金縫隙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高需求 x 低競爭 (黃金縫隙)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有需求但還沒被做好 = 最賺錢的利基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用專業差異切入，做高信任 x 高單價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掌握定價能力，脫離價格戰競爭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高需求 x 高競爭 (紅海市場)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市場很大，但一進去就容易被淹沒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解法：深度細分 or 重新定位「切一刀」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例：減重改成「40歲婦女減脂」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例：皮膚美容改成「痘痘肌專門處理」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低需求 x 低競爭 (觀察測試區)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現在沒市場，不代表未來沒有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主要任務：教育市場 + 測試內容方向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例：AI個人分身教練、情緒價值陪伴IP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2336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64748B"/>
                </a:solidFill>
                <a:latin typeface="Microsoft JhengHei"/>
              </a:rPr>
              <a:t>低需求 x 高競爭 (流量黑洞)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避開！照抄型分享且無定位，什麼都發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沒差異 x 沒需求 = 做再多內容也無法變現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沒有差異的技能，最後只能打價格戰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21792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18CF8"/>
                </a:solidFill>
                <a:latin typeface="Microsoft JhengHei"/>
              </a:rPr>
              <a:t>← 競爭者密度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別怪市場不好，是你站錯位置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定位調整的五個具體步驟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73152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  <a:latin typeface="Microsoft JhengHei"/>
              </a:rPr>
              <a:t>盤點現況  —  </a:t>
            </a:r>
            <a:r>
              <a:rPr sz="1500">
                <a:solidFill>
                  <a:srgbClr val="F1F5F9"/>
                </a:solidFill>
                <a:latin typeface="Microsoft JhengHei"/>
              </a:rPr>
              <a:t>盤點自己目前在哪一個四象限格子中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828800" cy="73152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  <a:latin typeface="Microsoft JhengHei"/>
              </a:rPr>
              <a:t>紅海細分  —  </a:t>
            </a:r>
            <a:r>
              <a:rPr sz="1500">
                <a:solidFill>
                  <a:srgbClr val="F1F5F9"/>
                </a:solidFill>
                <a:latin typeface="Microsoft JhengHei"/>
              </a:rPr>
              <a:t>如果在紅海，立即做深度細分切一刀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828800" cy="73152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  <a:latin typeface="Microsoft JhengHei"/>
              </a:rPr>
              <a:t>黑洞重組  —  </a:t>
            </a:r>
            <a:r>
              <a:rPr sz="1500">
                <a:solidFill>
                  <a:srgbClr val="F1F5F9"/>
                </a:solidFill>
                <a:latin typeface="Microsoft JhengHei"/>
              </a:rPr>
              <a:t>如果在黑洞，必須重做定位與技能重組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828800" cy="73152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STEP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3891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  <a:latin typeface="Microsoft JhengHei"/>
              </a:rPr>
              <a:t>觀察測試  —  </a:t>
            </a:r>
            <a:r>
              <a:rPr sz="1500">
                <a:solidFill>
                  <a:srgbClr val="F1F5F9"/>
                </a:solidFill>
                <a:latin typeface="Microsoft JhengHei"/>
              </a:rPr>
              <a:t>如果在觀察區，持續測試內容並教育市場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828800" cy="731520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STEP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303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  <a:latin typeface="Microsoft JhengHei"/>
              </a:rPr>
              <a:t>移動目標  —  </a:t>
            </a:r>
            <a:r>
              <a:rPr sz="1500">
                <a:solidFill>
                  <a:srgbClr val="F1F5F9"/>
                </a:solidFill>
                <a:latin typeface="Microsoft JhengHei"/>
              </a:rPr>
              <a:t>終極目標：移動到「黃金縫隙」賺取高利潤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信任內容的證據矩陣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火力展示：多維度建立受眾信任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客戶成果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前後對照圖 (對比)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學員故事 (親身歷程)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3383280" cy="91440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4D399"/>
                </a:solidFill>
                <a:latin typeface="Microsoft JhengHei"/>
              </a:rPr>
              <a:t>目的：顯示結果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社會認可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媒體報導 (第三方)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受邀講座 (權威度)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120640"/>
            <a:ext cx="3383280" cy="91440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084FC"/>
                </a:solidFill>
                <a:latin typeface="Microsoft JhengHei"/>
              </a:rPr>
              <a:t>目的：顯示公信力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口碑傳遞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推薦文 (使用者推薦)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UGC 真實分享 (社群擴散)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120640"/>
            <a:ext cx="3383280" cy="91440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18CF8"/>
                </a:solidFill>
                <a:latin typeface="Microsoft JhengHei"/>
              </a:rPr>
              <a:t>目的：顯示影響力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公域 vs. 私域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公域引流獲取注意，私域精準留存變現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公域流量 (大海)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管道：IG、YouTube、Facebook、其他自媒體等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特點：受演算法控制，流量不屬於你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風險：平台規則一改，觸及率可能瞬間腰斬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核心價值：做為引流與漏斗最上層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私域留量 (魚池)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管道：Email 電子報、LINE 官方帳號、電話名單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特點：主動觸及，不需平台允許，沒有演算法限制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優勢：不懼演算法改版，與用戶建立深度高信任連結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核心價值：做為高信任維護與核心成交變現場景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這堂陪跑課，就是想改變你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突破瓶頸，打造個人品牌的質變工程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5903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定位不模糊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找到熱愛/擅長且能賺錢的方向，確立此生靈魂賽道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3627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脫離窮忙困境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設計高信任成交模式，不再依賴低單價勞力變現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1351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自媒體全方位獲利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自媒體有流量、更有「留量」與影響力，並有變現成績，成為指標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77639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90752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突破時間困境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透過 AI 自動化工具降本增效，實現「睡覺也能成交」的自動化系統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6799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創造斜槓收入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創造持續性收入，賺更多錢的同時，也能用你的專業幫助更多人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64523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C084FC"/>
                </a:solidFill>
                <a:latin typeface="Microsoft JhengHei"/>
              </a:rPr>
              <a:t>獲得真正的自由  —  </a:t>
            </a:r>
            <a:r>
              <a:rPr sz="1400">
                <a:solidFill>
                  <a:srgbClr val="F1F5F9"/>
                </a:solidFill>
                <a:latin typeface="Microsoft JhengHei"/>
              </a:rPr>
              <a:t>重獲注意力、時間、金錢、健康與幸福的掌控權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納瓦爾：注意力 &gt; 時間 &gt; 金錢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真正稀缺的不是資源，而是你持續吸引注意力的能力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01  注意力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最稀缺的槓桿資源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先被看見，才有機會被選擇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是個人品牌的起點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02  時間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每個人一天都只有24小時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關鍵在於把時間放在高價值事務上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透過系統與自動化放大時間產值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03  金錢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通常是價值的結果而非起點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能持續創造並傳遞價值的人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最後會吸走市場上最多的金錢資源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151D2D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472B6"/>
                </a:solidFill>
                <a:latin typeface="Microsoft JhengHei"/>
              </a:rPr>
              <a:t>✨ 先搶佔注意力，再放大時間價值，金錢才會順理成章跟上。 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誰要來上這堂課程？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適合不同發展階段的個人與組織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老闆 / 創業家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知道方向但一定要做到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思維提升，團隊才能跟上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建立企業長線的流量與變現系統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品牌主管 / 行銷小編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協助公司品牌更上一層樓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掌握自媒體最新的實戰策略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以成效爭取升職加薪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專業人士 / 療癒者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醫師、講師、身心靈專家等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將專業無形價值產品化、數據化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擺脫一對一勞力變現上限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內容操盤手 / 新手IP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未來想透過教學/打造他人變現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希望建立副業與斜槓收入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此課程將是你的實戰起點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精銳 IP 的 5 大資產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個人品牌的底層資產積累，決定變現的可持續性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1. 定位資產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釐清天賦與熱愛，切入利基黃金縫隙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011680"/>
            <a:ext cx="2011680" cy="38404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2. 信任資產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累積學員案例、公信力與口碑傳遞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2011680"/>
            <a:ext cx="2011680" cy="38404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3. 留量資產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建立不畏演算法的私域流量魚池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2011680"/>
            <a:ext cx="2011680" cy="38404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4. 系統資產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打造自動化成交與降本增效流程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2011680"/>
            <a:ext cx="2011680" cy="38404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5. 延伸資產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擴展代理商、產品線與跨界合作機會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你現在是哪一種狀態？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信任系統升級路徑：從被動曝光到口碑裂變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路過型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有曝光但沒成交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缺乏信任建立與明確呼籲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Microsoft JhengHei"/>
              </a:rPr>
              <a:t>猶豫型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有人詢問但遲不下單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產品感知價值不夠，或疑慮未消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硬推型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會成交但過程非常累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缺乏自動化跟進系統，全靠銷售技巧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信任型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有回購，且客戶主動介紹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最理想狀態，累積高黏性私域資產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客戶為什麼不選你？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直擊成交的核心痛點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48495" cy="3657600"/>
          </a:xfrm>
          <a:prstGeom prst="roundRect">
            <a:avLst/>
          </a:prstGeom>
          <a:solidFill>
            <a:srgbClr val="151D2D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3600" b="1">
                <a:solidFill>
                  <a:srgbClr val="F472B6"/>
                </a:solidFill>
                <a:latin typeface="Microsoft JhengHei"/>
              </a:rPr>
              <a:t>「 因為你沒有系統和方法！ 」</a:t>
            </a:r>
          </a:p>
          <a:p>
            <a:pPr algn="ctr"/>
            <a:r>
              <a:rPr sz="2000">
                <a:solidFill>
                  <a:srgbClr val="F1F5F9"/>
                </a:solidFill>
                <a:latin typeface="Microsoft JhengHei"/>
              </a:rPr>
              <a:t>所有厲害的人，都在透過「系統」和「方法」來加速前進。
擺脫個人體力限制，才能實現長久而穩定的個人品牌變現。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每個階段的關鍵流程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明確劃分階段任務，直達最終變現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32004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818CF8"/>
                </a:solidFill>
                <a:latin typeface="Microsoft JhengHei"/>
              </a:rPr>
              <a:t>初期</a:t>
            </a:r>
          </a:p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C084FC"/>
                </a:solidFill>
                <a:latin typeface="Microsoft JhengHei"/>
              </a:rPr>
              <a:t>建立人設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精準定位，傳遞個人風格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3291840"/>
            <a:ext cx="274320" cy="457200"/>
          </a:xfrm>
          <a:prstGeom prst="right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377440" cy="32004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818CF8"/>
                </a:solidFill>
                <a:latin typeface="Microsoft JhengHei"/>
              </a:rPr>
              <a:t>中期</a:t>
            </a:r>
          </a:p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C084FC"/>
                </a:solidFill>
                <a:latin typeface="Microsoft JhengHei"/>
              </a:rPr>
              <a:t>篩選人群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精準吸客，排除非受眾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3291840"/>
            <a:ext cx="274320" cy="457200"/>
          </a:xfrm>
          <a:prstGeom prst="right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377440" cy="32004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818CF8"/>
                </a:solidFill>
                <a:latin typeface="Microsoft JhengHei"/>
              </a:rPr>
              <a:t>後期</a:t>
            </a:r>
          </a:p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C084FC"/>
                </a:solidFill>
                <a:latin typeface="Microsoft JhengHei"/>
              </a:rPr>
              <a:t>累積信任</a:t>
            </a:r>
          </a:p>
          <a:p>
            <a:pPr algn="ctr"/>
            <a:r>
              <a:rPr sz="1300">
                <a:solidFill>
                  <a:srgbClr val="F1F5F9"/>
                </a:solidFill>
                <a:latin typeface="Microsoft JhengHei"/>
              </a:rPr>
              <a:t>交付價值，打消購買疑慮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468880" cy="3200400"/>
          </a:xfrm>
          <a:prstGeom prst="roundRect">
            <a:avLst/>
          </a:prstGeom>
          <a:solidFill>
            <a:srgbClr val="151D2D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34D399"/>
                </a:solidFill>
                <a:latin typeface="Microsoft JhengHei"/>
              </a:rPr>
              <a:t>最終目標</a:t>
            </a:r>
          </a:p>
          <a:p>
            <a:pPr algn="ctr"/>
            <a:r>
              <a:rPr sz="2000" b="1">
                <a:solidFill>
                  <a:srgbClr val="34D399"/>
                </a:solidFill>
                <a:latin typeface="Microsoft JhengHei"/>
              </a:rPr>
              <a:t>變現
(好服務與好產品)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急著賺錢的人，很容易賺不到錢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先長根，再長大：精銳 IP 的反向邏輯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9260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雜草 (短線思維)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急著賺錢變現，缺乏耐心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沒有清晰定位，內容發散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信任還沒建立就急於銷售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一下想變現，一下又換方向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9260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大樹 (長線思維)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先站穩位置，打好定位根基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持續輸出價值，建立深厚信任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慢慢放大自媒體的長線影響力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根基穩固，最後自然穩定變現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472B6"/>
                </a:solidFill>
                <a:latin typeface="Microsoft JhengHei"/>
              </a:rPr>
              <a:t>精銳 IP 反向變現邏輯</a:t>
            </a:r>
          </a:p>
          <a:p>
            <a:pPr algn="ctr"/>
            <a:r>
              <a:rPr sz="1800" b="1">
                <a:solidFill>
                  <a:srgbClr val="F1F5F9"/>
                </a:solidFill>
                <a:latin typeface="Microsoft JhengHei"/>
              </a:rPr>
              <a:t>1) 站穩位置  →  2) 建立信任  →  3) 放大影響力  →  4) 穩定變現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第三條錯路：信任還沒開始，你就急著要成交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忽視認知階段，強推只會適得其反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D2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客戶眼中的錯誤推銷流程：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1F5F9"/>
                </a:solidFill>
                <a:latin typeface="Microsoft JhengHei"/>
              </a:rPr>
              <a:t>❌ 尚未被看見  (曝光不足)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1F5F9"/>
                </a:solidFill>
                <a:latin typeface="Microsoft JhengHei"/>
              </a:rPr>
              <a:t>❌ 尚未被理解  (價值模糊)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1F5F9"/>
                </a:solidFill>
                <a:latin typeface="Microsoft JhengHei"/>
              </a:rPr>
              <a:t>❌ 尚未被記住  (印象淺薄)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🚨 馬上就急著變現 (BUY NOW)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51D2D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0" rtlCol="0" anchor="ctr"/>
          <a:lstStyle/>
          <a:p>
            <a:pPr algn="ctr">
              <a:spcAft>
                <a:spcPts val="2000"/>
              </a:spcAft>
            </a:pPr>
            <a:r>
              <a:rPr sz="2200" b="1">
                <a:solidFill>
                  <a:srgbClr val="C084FC"/>
                </a:solidFill>
                <a:latin typeface="Microsoft JhengHei"/>
              </a:rPr>
              <a:t>💡 關係比喻 💡</a:t>
            </a:r>
          </a:p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F472B6"/>
                </a:solidFill>
                <a:latin typeface="Microsoft JhengHei"/>
              </a:rPr>
              <a:t>「 牽手都還沒，你就先想結婚。 」</a:t>
            </a:r>
          </a:p>
          <a:p>
            <a:pPr algn="ctr"/>
            <a:r>
              <a:rPr sz="1600">
                <a:solidFill>
                  <a:srgbClr val="F1F5F9"/>
                </a:solidFill>
                <a:latin typeface="Microsoft JhengHei"/>
              </a:rPr>
              <a:t>節奏太快、缺乏信任累積，
對方只會本能地後退與拒絕。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客戶不是想變專家，他只是想不要選錯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換位思考：從專家視角轉向客戶視角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專家視角 (溝通阻礙)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❌ 一味灌輸學術知識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❌ 滿口講深奧大理論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❌ 說教感太重，顯得高高在上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客戶視角 (真實需求)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🛡️ 用戶本能怕出錯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🛡️ 用戶想規避選擇風險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Microsoft JhengHei"/>
              </a:rPr>
              <a:t>🛡️ 用戶恐懼失敗的代價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51D2D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472B6"/>
                </a:solidFill>
                <a:latin typeface="Microsoft JhengHei"/>
              </a:rPr>
              <a:t>看到結果，才是他們真正想要的！</a:t>
            </a:r>
          </a:p>
          <a:p>
            <a:pPr algn="ctr"/>
            <a:r>
              <a:rPr sz="1600" b="1">
                <a:solidFill>
                  <a:srgbClr val="F1F5F9"/>
                </a:solidFill>
                <a:latin typeface="Microsoft JhengHei"/>
              </a:rPr>
              <a:t>關鍵在於： 將你的「專業語言」 ──翻譯為── 顧客聽得懂的「客戶語言」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768</Words>
  <Application>Microsoft Office PowerPoint</Application>
  <PresentationFormat>寬螢幕</PresentationFormat>
  <Paragraphs>223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3</cp:revision>
  <dcterms:created xsi:type="dcterms:W3CDTF">2013-01-27T09:14:16Z</dcterms:created>
  <dcterms:modified xsi:type="dcterms:W3CDTF">2026-06-15T07:13:57Z</dcterms:modified>
  <cp:category/>
</cp:coreProperties>
</file>