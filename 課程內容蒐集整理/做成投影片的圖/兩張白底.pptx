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4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微軟正黑體"/>
              </a:rPr>
              <a:t>定位策略思維</a:t>
            </a:r>
            <a:endParaRPr sz="1300">
              <a:solidFill>
                <a:srgbClr val="475569"/>
              </a:solidFill>
              <a:latin typeface="微軟正黑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114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>
              <a:spcBef>
                <a:spcPts val="8000"/>
              </a:spcBef>
            </a:pPr>
            <a:endParaRPr/>
          </a:p>
          <a:p>
            <a:pPr algn="ctr"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別怪市場不好</a:t>
            </a:r>
          </a:p>
          <a:p>
            <a:pPr algn="ctr">
              <a:spcBef>
                <a:spcPts val="2000"/>
              </a:spcBef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是你站錯位置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42255" y="1371600"/>
            <a:ext cx="621792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109728" rtlCol="0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微軟正黑體"/>
              </a:rPr>
              <a:t>STEP 1   </a:t>
            </a:r>
            <a:r>
              <a:rPr sz="1800" b="1">
                <a:solidFill>
                  <a:srgbClr val="1E293B"/>
                </a:solidFill>
                <a:latin typeface="微軟正黑體"/>
              </a:rPr>
              <a:t>盤點你現在在哪一格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42255" y="2240280"/>
            <a:ext cx="621792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109728" rtlCol="0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微軟正黑體"/>
              </a:rPr>
              <a:t>STEP 2   </a:t>
            </a:r>
            <a:r>
              <a:rPr sz="1800" b="1">
                <a:solidFill>
                  <a:srgbClr val="1E293B"/>
                </a:solidFill>
                <a:latin typeface="微軟正黑體"/>
              </a:rPr>
              <a:t>如果在紅海 → 切細分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42255" y="3108960"/>
            <a:ext cx="621792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109728" rtlCol="0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微軟正黑體"/>
              </a:rPr>
              <a:t>STEP 3   </a:t>
            </a:r>
            <a:r>
              <a:rPr sz="1800" b="1">
                <a:solidFill>
                  <a:srgbClr val="1E293B"/>
                </a:solidFill>
                <a:latin typeface="微軟正黑體"/>
              </a:rPr>
              <a:t>如果在黑洞 → 重做定位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2255" y="3977640"/>
            <a:ext cx="621792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109728" rtlCol="0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微軟正黑體"/>
              </a:rPr>
              <a:t>STEP 4   </a:t>
            </a:r>
            <a:r>
              <a:rPr sz="1800" b="1">
                <a:solidFill>
                  <a:srgbClr val="1E293B"/>
                </a:solidFill>
                <a:latin typeface="微軟正黑體"/>
              </a:rPr>
              <a:t>如果在觀察區 → 做內容測試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2255" y="4846320"/>
            <a:ext cx="621792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bIns="109728" rtlCol="0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微軟正黑體"/>
              </a:rPr>
              <a:t>STEP 5   </a:t>
            </a:r>
            <a:r>
              <a:rPr sz="1800" b="1">
                <a:solidFill>
                  <a:srgbClr val="1E293B"/>
                </a:solidFill>
                <a:latin typeface="微軟正黑體"/>
              </a:rPr>
              <a:t>目標 → 移動到「黃金縫隙」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566853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微軟正黑體"/>
              </a:rPr>
              <a:t>定位策略思維                                                                                                                 Slide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E293B"/>
                </a:solidFill>
                <a:latin typeface="微軟正黑體"/>
              </a:defRPr>
            </a:pPr>
            <a:r>
              <a:t>選題庫 × 新手定位賽道</a:t>
            </a:r>
          </a:p>
          <a:p>
            <a:pPr algn="ctr">
              <a:spcBef>
                <a:spcPts val="400"/>
              </a:spcBef>
              <a:defRPr sz="1400">
                <a:solidFill>
                  <a:srgbClr val="475569"/>
                </a:solidFill>
                <a:latin typeface="微軟正黑體"/>
              </a:defRPr>
            </a:pPr>
            <a:r>
              <a:t>用熱門主題找到內容方向，再從定位賽道建立長期輸出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45309"/>
                </a:solidFill>
                <a:latin typeface="微軟正黑體"/>
              </a:rPr>
              <a:t>🔥 熱門選題庫  </a:t>
            </a:r>
            <a:r>
              <a:rPr sz="1100">
                <a:solidFill>
                  <a:srgbClr val="475569"/>
                </a:solidFill>
                <a:latin typeface="微軟正黑體"/>
              </a:rPr>
              <a:t>九大內容主題，抓住觀眾眼球的切角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01 生活日常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一週的快樂碎片</a:t>
            </a:r>
            <a:br/>
            <a:r>
              <a:t>• 收藏夏天的小美好</a:t>
            </a:r>
            <a:br/>
            <a:r>
              <a:t>• 獨居女子的夜間日常</a:t>
            </a:r>
            <a:br/>
            <a:r>
              <a:t>• 普通人拍出好vlog</a:t>
            </a:r>
            <a:br/>
            <a:r>
              <a:t>• 小套房的週末記錄</a:t>
            </a:r>
            <a:br/>
            <a:r>
              <a:t>• 每一天都獨一無二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02 家裝家居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小家住出溫馨感</a:t>
            </a:r>
            <a:br/>
            <a:r>
              <a:t>• 角落收納空間翻倍</a:t>
            </a:r>
            <a:br/>
            <a:r>
              <a:t>• 家居好物升級幸福</a:t>
            </a:r>
            <a:br/>
            <a:r>
              <a:t>• 老屋改造前後對比</a:t>
            </a:r>
            <a:br/>
            <a:r>
              <a:t>• 擁有屬於自己的家</a:t>
            </a:r>
            <a:br/>
            <a:r>
              <a:t>• 出租宅佈置出質感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82880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03 美食健康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在家做的低卡甜點</a:t>
            </a:r>
            <a:br/>
            <a:r>
              <a:t>• 夜市酒店美食分享</a:t>
            </a:r>
            <a:br/>
            <a:r>
              <a:t>• Q彈米點心食譜</a:t>
            </a:r>
            <a:br/>
            <a:r>
              <a:t>• 上班族快速三餐</a:t>
            </a:r>
            <a:br/>
            <a:r>
              <a:t>• 減脂餐食推薦清單</a:t>
            </a:r>
            <a:br/>
            <a:r>
              <a:t>• 圍繞熱搜隱藏美食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04 寵物日常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毛孩美容日記</a:t>
            </a:r>
            <a:br/>
            <a:r>
              <a:t>• 為什麼我家寵物這樣</a:t>
            </a:r>
            <a:br/>
            <a:r>
              <a:t>• 寵物雞是我的家人</a:t>
            </a:r>
            <a:br/>
            <a:r>
              <a:t>• 讓毛孩更健康快樂</a:t>
            </a:r>
            <a:br/>
            <a:r>
              <a:t>• 毛孩綠食料理分享</a:t>
            </a:r>
            <a:br/>
            <a:r>
              <a:t>• 新手養寵必備好物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24612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05 旅遊遊玩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這些地方去過幾個</a:t>
            </a:r>
            <a:br/>
            <a:r>
              <a:t>• 旅行，其實也是學習</a:t>
            </a:r>
            <a:br/>
            <a:r>
              <a:t>• 省錢又好玩的攻略</a:t>
            </a:r>
            <a:br/>
            <a:r>
              <a:t>• 旅行中的意外驚喜</a:t>
            </a:r>
            <a:br/>
            <a:r>
              <a:t>• 旅行教會我的那些事</a:t>
            </a:r>
            <a:br/>
            <a:r>
              <a:t>• 旅行必備物品清單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24612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06 美妝護膚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美妝靈感從哪來</a:t>
            </a:r>
            <a:br/>
            <a:r>
              <a:t>• 維持好膚質的方法</a:t>
            </a:r>
            <a:br/>
            <a:r>
              <a:t>• 值得試的護膚方法</a:t>
            </a:r>
            <a:br/>
            <a:r>
              <a:t>• 找到適合自己產品</a:t>
            </a:r>
            <a:br/>
            <a:r>
              <a:t>• 美妝好物必收藏</a:t>
            </a:r>
            <a:br/>
            <a:r>
              <a:t>• 通勤妝容十分鐘搞定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07 時尚穿搭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我的衣櫃裡有什麼</a:t>
            </a:r>
            <a:br/>
            <a:r>
              <a:t>• 怎麼穿出自己風格</a:t>
            </a:r>
            <a:br/>
            <a:r>
              <a:t>• 找到適合自己穿搭</a:t>
            </a:r>
            <a:br/>
            <a:r>
              <a:t>• 一件單品多種造型</a:t>
            </a:r>
            <a:br/>
            <a:r>
              <a:t>• 這些單品一定要入手</a:t>
            </a:r>
            <a:br/>
            <a:r>
              <a:t>• 換季衣櫃整理術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66344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08 職場打拼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我的工作自由時光</a:t>
            </a:r>
            <a:br/>
            <a:r>
              <a:t>• 下班後我想怎麼放鬆</a:t>
            </a:r>
            <a:br/>
            <a:r>
              <a:t>• 在公司的職場觀察</a:t>
            </a:r>
            <a:br/>
            <a:r>
              <a:t>• 職場女性如何突破</a:t>
            </a:r>
            <a:br/>
            <a:r>
              <a:t>• 行業賺錢真實故事</a:t>
            </a:r>
            <a:br/>
            <a:r>
              <a:t>• 辦公室幸福感小技巧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4663440"/>
            <a:ext cx="16459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150" b="1">
                <a:solidFill>
                  <a:srgbClr val="0F766E"/>
                </a:solidFill>
                <a:latin typeface="微軟正黑體"/>
              </a:defRPr>
            </a:pPr>
            <a:r>
              <a:t>09 母嬰親子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50">
                <a:solidFill>
                  <a:srgbClr val="475569"/>
                </a:solidFill>
                <a:latin typeface="微軟正黑體"/>
              </a:defRPr>
            </a:pPr>
            <a:r>
              <a:t>• 育兒必備好物清單</a:t>
            </a:r>
            <a:br/>
            <a:r>
              <a:t>• 小家也有育兒樂趣</a:t>
            </a:r>
            <a:br/>
            <a:r>
              <a:t>• 新世代父母反向教育</a:t>
            </a:r>
            <a:br/>
            <a:r>
              <a:t>• 當媽以後也要愛自己</a:t>
            </a:r>
            <a:br/>
            <a:r>
              <a:t>• 媽媽覺醒成長日常</a:t>
            </a:r>
            <a:br/>
            <a:r>
              <a:t>• 親子互動的儀式感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微軟正黑體"/>
              </a:rPr>
              <a:t>🎯 新手定位賽道  </a:t>
            </a:r>
            <a:r>
              <a:rPr sz="1100">
                <a:solidFill>
                  <a:srgbClr val="475569"/>
                </a:solidFill>
                <a:latin typeface="微軟正黑體"/>
              </a:rPr>
              <a:t>找出你可以持續輸出的內容戰場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16459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850" b="1">
                <a:solidFill>
                  <a:srgbClr val="0F766E"/>
                </a:solidFill>
                <a:latin typeface="微軟正黑體"/>
              </a:defRPr>
            </a:pPr>
            <a:r>
              <a:t>❶ 定位: 能「持續」輸出才是賽道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16459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850" b="1">
                <a:solidFill>
                  <a:srgbClr val="0F766E"/>
                </a:solidFill>
                <a:latin typeface="微軟正黑體"/>
              </a:defRPr>
            </a:pPr>
            <a:r>
              <a:t>❷ 價值: 帳號為何存在？給觀眾什麼？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828800"/>
            <a:ext cx="1645920" cy="3200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defRPr sz="850" b="1">
                <a:solidFill>
                  <a:srgbClr val="0F766E"/>
                </a:solidFill>
                <a:latin typeface="微軟正黑體"/>
              </a:defRPr>
            </a:pPr>
            <a:r>
              <a:t>❸ 差異: 同題材你跟別人有何不同？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01 美妝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護膚流程 • 妝容教學</a:t>
            </a:r>
            <a:br/>
            <a:r>
              <a:t>• 彩妝推薦 • 名人仿妝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286000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02 Vlog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旅行 vlog • 生活 vlog</a:t>
            </a:r>
            <a:br/>
            <a:r>
              <a:t>• 美食 vlog • 職場 vlog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286000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03 娛樂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娛樂片段 • 舞蹈音樂</a:t>
            </a:r>
            <a:br/>
            <a:r>
              <a:t>• 明星觀察 • 娛樂資訊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2286000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04 職場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職場溝通 • 面試經驗</a:t>
            </a:r>
            <a:br/>
            <a:r>
              <a:t>• 職場日常 • 技能教學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18688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05 情感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戀愛技巧 • 成長分享</a:t>
            </a:r>
            <a:br/>
            <a:r>
              <a:t>• 情感洞察 • 兩性關係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218688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06 美食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線下探店 • 料理教學</a:t>
            </a:r>
            <a:br/>
            <a:r>
              <a:t>• 美食分享 • 試吃評測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218688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07 旅遊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民宿推薦 • 行程規劃</a:t>
            </a:r>
            <a:br/>
            <a:r>
              <a:t>• 旅遊攻略 • 景點打卡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3218688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08 母嬰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寶寶副食 • 母嬰好物</a:t>
            </a:r>
            <a:br/>
            <a:r>
              <a:t>• 育兒知識 • 早教教學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151376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09 家居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租屋改造 • 房間改造</a:t>
            </a:r>
            <a:br/>
            <a:r>
              <a:t>• 居家好物 • 裝修設計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151376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10 穿搭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時尚資訊 • 穿搭分享</a:t>
            </a:r>
            <a:br/>
            <a:r>
              <a:t>• 搭配教學 • 服裝評測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151376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11 知識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人文歷史 • 知識科普</a:t>
            </a:r>
            <a:br/>
            <a:r>
              <a:t>• 必讀書單 • 備考經驗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4151376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12 讀書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習慣養成 • 讀書筆記</a:t>
            </a:r>
            <a:br/>
            <a:r>
              <a:t>• 書記分享 • 思維邏輯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084064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13 寵物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寵物飲食 • 萌寵日常</a:t>
            </a:r>
            <a:br/>
            <a:r>
              <a:t>• 養寵好物 • 養寵攻略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5084064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14 健身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經驗分享 • 減脂打卡</a:t>
            </a:r>
            <a:br/>
            <a:r>
              <a:t>• 減脂食譜 • 健身乾貨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5084064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15 攝影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設計案例 • 拍攝技巧</a:t>
            </a:r>
            <a:br/>
            <a:r>
              <a:t>• 寫真作品 • 器材教學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5084064"/>
            <a:ext cx="1234440" cy="822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defRPr sz="1100" b="1">
                <a:solidFill>
                  <a:srgbClr val="0F766E"/>
                </a:solidFill>
                <a:latin typeface="微軟正黑體"/>
              </a:defRPr>
            </a:pPr>
            <a:r>
              <a:t>16 3C數位</a:t>
            </a:r>
          </a:p>
          <a:p>
            <a:pPr>
              <a:lnSpc>
                <a:spcPct val="105000"/>
              </a:lnSpc>
              <a:spcBef>
                <a:spcPts val="200"/>
              </a:spcBef>
              <a:defRPr sz="800">
                <a:solidFill>
                  <a:srgbClr val="475569"/>
                </a:solidFill>
                <a:latin typeface="微軟正黑體"/>
              </a:defRPr>
            </a:pPr>
            <a:r>
              <a:t>• 拆箱植草 • 產品評測</a:t>
            </a:r>
            <a:br/>
            <a:r>
              <a:t>• 新品開箱 • 使用指南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327648"/>
            <a:ext cx="57727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微軟正黑體"/>
              </a:rPr>
              <a:t>選題庫 × 新手定位賽道                                                                                                   Slide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寬螢幕</PresentationFormat>
  <Paragraphs>68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微軟正黑體</vt:lpstr>
      <vt:lpstr>Arial</vt:lpstr>
      <vt:lpstr>Calibri</vt:lpstr>
      <vt:lpstr>Office Theme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2026-06-16T10:35:46Z</dcterms:modified>
  <cp:category/>
</cp:coreProperties>
</file>