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人生三悟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六維破界系列課程  |  陳老師行銷內容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悟道 (悟規律)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了解規律：看透世事運行的底層邏輯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順應自然：不違背自然規律與發展規律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知未來：預見趨勢，提前做局與佈局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知因果：明晰每一種選擇背後的代價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悟人 (悟人性)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了解人性：洞察人們內心的動機與慾望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順應人性：以利他思維滿足他人的需求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順應人性：不做反人性的無效社交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悟己 (悟天賦)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了解自己：清晰自己的天賦與能力邊界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明確目標：不盲從，始終向結果前進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克服內耗：與自己和解，不糾結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思維七級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關係的層次決定你的思維維度  |  六維破界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472B6"/>
                </a:solidFill>
                <a:latin typeface="Microsoft JhengHei"/>
              </a:rPr>
              <a:t>Level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0020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472B6"/>
                </a:solidFill>
                <a:latin typeface="Microsoft JhengHei"/>
              </a:rPr>
              <a:t>超我思維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不受物質和社會約束，遵循道德和快樂原則（擁有極強的洞察力、判斷力、智慧與思考）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04288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084FC"/>
                </a:solidFill>
                <a:latin typeface="Microsoft JhengHei"/>
              </a:rPr>
              <a:t>Level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5856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84FC"/>
                </a:solidFill>
                <a:latin typeface="Microsoft JhengHei"/>
              </a:rPr>
              <a:t>社會思維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相互交往、相互作用、相互聯繫、相互影響的多維度整合能力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62656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18CF8"/>
                </a:solidFill>
                <a:latin typeface="Microsoft JhengHei"/>
              </a:rPr>
              <a:t>Level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1693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18CF8"/>
                </a:solidFill>
                <a:latin typeface="Microsoft JhengHei"/>
              </a:rPr>
              <a:t>辯證思維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根據事物好與壞的兩面性做出客觀的判斷和選擇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21024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4D399"/>
                </a:solidFill>
                <a:latin typeface="Microsoft JhengHei"/>
              </a:rPr>
              <a:t>Level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575304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4D399"/>
                </a:solidFill>
                <a:latin typeface="Microsoft JhengHei"/>
              </a:rPr>
              <a:t>利益思維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以利益動機洞察他人，明白「你的價值就是別人利益的動機」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9392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33672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立場思維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能夠站在對方的角度思考，並得出第三方的客觀觀點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59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92039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情緒思維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感知身體對思維的情緒反應，易受感性干擾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96128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Level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55040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感知思維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未曾經析，純粹憑藉直覺與感知做出即時判斷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思考七級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你思考的深度，決定你的人生高度  |  六維破界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472B6"/>
                </a:solidFill>
                <a:latin typeface="Microsoft JhengHei"/>
              </a:rPr>
              <a:t>6 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0020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472B6"/>
                </a:solidFill>
                <a:latin typeface="Microsoft JhengHei"/>
              </a:rPr>
              <a:t>關鍵因素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找到關鍵節點，從根本上解決問題（解決根本）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04288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084FC"/>
                </a:solidFill>
                <a:latin typeface="Microsoft JhengHei"/>
              </a:rPr>
              <a:t>5 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5856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84FC"/>
                </a:solidFill>
                <a:latin typeface="Microsoft JhengHei"/>
              </a:rPr>
              <a:t>複雜歸因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多重分析方法結合，全面權衡各種因素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62656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18CF8"/>
                </a:solidFill>
                <a:latin typeface="Microsoft JhengHei"/>
              </a:rPr>
              <a:t>4 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1693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18CF8"/>
                </a:solidFill>
                <a:latin typeface="Microsoft JhengHei"/>
              </a:rPr>
              <a:t>簡單歸因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分析原因，尋找對應的解決方法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21024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4D399"/>
                </a:solidFill>
                <a:latin typeface="Microsoft JhengHei"/>
              </a:rPr>
              <a:t>3 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575304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4D399"/>
                </a:solidFill>
                <a:latin typeface="Microsoft JhengHei"/>
              </a:rPr>
              <a:t>結論判斷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透過結果思考底層邏輯，建立個人結論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9392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2 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33672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數據與事實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通過真實數據與客觀事實思考問題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59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1 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92039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關注表象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只看表面，容易被表面現象蒙蔽與干擾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96128"/>
            <a:ext cx="1645920" cy="5029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JhengHei"/>
              </a:rPr>
              <a:t>0 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55040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5F9"/>
                </a:solidFill>
                <a:latin typeface="Microsoft JhengHei"/>
              </a:rPr>
              <a:t>茫然無知  — 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缺乏思考框架與感知，對問題茫然無知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商業思維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從交換體力到交換資源，看透商業變現底層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賣別人的東西 (普通人 / 營銷)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啟動成本低：不需背負庫存與研發壓力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反饋來得快：驗證市場需求的速度快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成功率較高：藉助已有產品力進行推廣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賣自己的東西 (企業老闆 / 創新)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啟動成本高：需研發投入與品牌創新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需長期積累：回報週期長，但護城河高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高利潤空間：掌控產品定價權與分配權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728655" cy="192024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r>
              <a:rPr sz="1600" b="1">
                <a:solidFill>
                  <a:srgbClr val="F472B6"/>
                </a:solidFill>
                <a:latin typeface="Microsoft JhengHei"/>
              </a:rPr>
              <a:t>💡 價 值 交 換 的 三 個 層 次 💡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1F5F9"/>
                </a:solidFill>
                <a:latin typeface="Microsoft JhengHei"/>
              </a:rPr>
              <a:t>上層：交換權力與資源  |  中層：交換腦力與技能  |  底層：交換體力與時間</a:t>
            </a:r>
          </a:p>
          <a:p>
            <a:pPr algn="ctr"/>
            <a:r>
              <a:rPr sz="1400" b="1">
                <a:solidFill>
                  <a:srgbClr val="34D399"/>
                </a:solidFill>
                <a:latin typeface="Microsoft JhengHei"/>
              </a:rPr>
              <a:t>💎 商業獲利公式： 創造價值  →  告知價值  →  提供價值  =  賺錢 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布局高手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高手必備的素質、能力與思考架構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6 大素質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熱愛工作 - 熱情是持續的關鍵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積極樂觀 - 面對挫折的心態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明確目標 - 不迷失在細節中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堅韌毅力 - 長期主義的堅持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適應能力 - 快速應對市場變化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精力充沛 - 支撐高強度運作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5 種能力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溝通能力 - 建立信任的橋樑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資源整合 - 借力使力放大成果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收集資料 - 用數據分析做決策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敢於冒險 - 在不確定中找機會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承受能力 - 對風險的承受與控管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5 大思維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逆向思維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從結果倒推原因與路徑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客觀思維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實事求是，避免主觀偏見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目標思維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所有行動皆指向清晰結果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換位思考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站在他人立場與痛點看問題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危機思維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時刻保持憂患意識與B計畫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人際思維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內修心智搞定自己，外順人性搞定關係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搞定自己 (內修心智)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和自己和解：接納不完美的自我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不糾結、不內耗、不彆扭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專注於目標，活得更舒適自然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搞定別人 (外順利益)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搞定別人就是搞利益：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宏觀：天下熙熙皆為利來，皆為利往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微觀：成年人不搞無意義社交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社交三看：看背景、看資源、看價值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499055" cy="2286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1332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見識 (廣度與高度)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去過什麼地方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見過什麼東西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遇到什麼事情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擁有多少影響力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3455" y="3931920"/>
            <a:ext cx="2499055" cy="2286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335" y="4114800"/>
            <a:ext cx="21332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背景 (實力與放大)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實力 + 能力的結合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平台是能力的放大器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遵循合作與互補法則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390" y="3931920"/>
            <a:ext cx="2499055" cy="2286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270" y="4114800"/>
            <a:ext cx="21332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作用 (資源與對接)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明白我是誰的身份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清晰自己對別人有何用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懂得把資源對接給誰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7325" y="3931920"/>
            <a:ext cx="2499055" cy="22860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0205" y="4114800"/>
            <a:ext cx="213329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態度 (人性與關係)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看透七情六慾的本性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用深度搞好人際關係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利用規則、順勢做局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高手思維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看透人性本質，一切皆為工具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F4444"/>
                </a:solidFill>
                <a:latin typeface="Microsoft JhengHei"/>
              </a:rPr>
              <a:t>看透人性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利益永遠是第一位的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面子上講道義，骨子裡謀利益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明處講義以聚人，暗處取利以謀生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凡事不動真感情，理性看待得失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表面同情弱者，暗地追隨強者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明白錢可以解決生活中 99% 的問題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一切皆工具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「情」是工具：用以連結人心與情感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「人」是工具：用以資源整合與協作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「錢」是工具：用以解決阻礙與鋪路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求小利者無大成：道德和利益兩頭空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不求小利者有大謀：理性、殘酷而現實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看清遊戲規則，萬物皆為我所用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151D2D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472B6"/>
                </a:solidFill>
                <a:latin typeface="Microsoft JhengHei"/>
              </a:rPr>
              <a:t>⚡ 城府極深的高手三氣：靜中藏著霸氣，穩中藏著殺氣，極正極邪的匪氣。 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C084FC"/>
                </a:solidFill>
                <a:latin typeface="Microsoft JhengHei"/>
              </a:rPr>
              <a:t>處世思維</a:t>
            </a:r>
          </a:p>
          <a:p>
            <a:r>
              <a:rPr sz="1400">
                <a:solidFill>
                  <a:srgbClr val="818CF8"/>
                </a:solidFill>
                <a:latin typeface="Microsoft JhengHei"/>
              </a:rPr>
              <a:t>處世的三個層次與與人博弈的境界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第一層: 謀事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識人大於做事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溝通大於實幹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事在人為，人是關鍵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Microsoft JhengHei"/>
              </a:rPr>
              <a:t>第二層: 謀人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平台大於天賦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方向大於努力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長度大於速度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  <a:latin typeface="Microsoft JhengHei"/>
              </a:rPr>
              <a:t>第三層: 謀局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萬物皆為我所用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萬物皆不為我所有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掌握規則，借勢做局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Microsoft JhengHei"/>
              </a:rPr>
              <a:t>天、地、人 (謀局根本)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1. 天 (大勢) - 社會發展的必然規律與大趨勢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2. 工具 - 互聯網、人工智慧、雲端計算等生產力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C084FC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3. 政策 - 方向，研讀大政方針能事半功倍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51D2D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472B6"/>
                </a:solidFill>
                <a:latin typeface="Microsoft JhengHei"/>
              </a:rPr>
              <a:t>博弈的兩種能力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1. 化繁為簡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一眼看透本質，並能抓住事物的主要矛盾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472B6"/>
                </a:solidFill>
                <a:latin typeface="Microsoft JhengHei"/>
              </a:rPr>
              <a:t>✦ </a:t>
            </a:r>
            <a:r>
              <a:rPr sz="1300">
                <a:solidFill>
                  <a:srgbClr val="F1F5F9"/>
                </a:solidFill>
                <a:latin typeface="Microsoft JhengHei"/>
              </a:rPr>
              <a:t>2. 化簡為繁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100">
                <a:solidFill>
                  <a:srgbClr val="F1F5F9"/>
                </a:solidFill>
                <a:latin typeface="Microsoft JhengHei"/>
              </a:rPr>
              <a:t>找到規律本質後，還能包裝成大眾接納的產品/服務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