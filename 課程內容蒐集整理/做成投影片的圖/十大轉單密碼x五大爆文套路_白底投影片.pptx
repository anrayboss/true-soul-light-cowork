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6583680" cy="57607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65836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Microsoft JhengHei"/>
              </a:rPr>
              <a:t>10 大轉單密碼</a:t>
            </a:r>
          </a:p>
          <a:p>
            <a:r>
              <a:rPr sz="1300">
                <a:solidFill>
                  <a:srgbClr val="475569"/>
                </a:solidFill>
                <a:latin typeface="Microsoft JhengHei"/>
              </a:rPr>
              <a:t>撬開消費者的心理防線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1.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獨家賣點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78608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2.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急迫性／稀缺性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74136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3.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談「錢」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9664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4.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掛保證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65192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5.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立權威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40" y="1783080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6.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成功見證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40" y="2578608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7.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踩痛點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40" y="3374136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8.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貼標籤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4169664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9.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給利益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4965192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</a:rPr>
              <a:t>10.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隱藏的第二標題：PS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548640"/>
            <a:ext cx="4023360" cy="57607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548640"/>
            <a:ext cx="40233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82296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Microsoft JhengHei"/>
              </a:rPr>
              <a:t>5 大爆文套路</a:t>
            </a:r>
          </a:p>
          <a:p>
            <a:r>
              <a:rPr sz="1300">
                <a:solidFill>
                  <a:srgbClr val="475569"/>
                </a:solidFill>
                <a:latin typeface="Microsoft JhengHei"/>
              </a:rPr>
              <a:t>駕馭流量的爆文套路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783080"/>
            <a:ext cx="3474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</a:rPr>
              <a:t>1.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列點文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578608"/>
            <a:ext cx="3474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</a:rPr>
              <a:t>2.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懶人包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374136"/>
            <a:ext cx="3474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</a:rPr>
              <a:t>3.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教學文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69664"/>
            <a:ext cx="3474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</a:rPr>
              <a:t>4.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搬知識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4965192"/>
            <a:ext cx="3474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</a:rPr>
              <a:t>5. </a:t>
            </a:r>
            <a:r>
              <a:rPr sz="1300" b="1">
                <a:solidFill>
                  <a:srgbClr val="1E293B"/>
                </a:solidFill>
                <a:latin typeface="Microsoft JhengHei"/>
              </a:rPr>
              <a:t>說故事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