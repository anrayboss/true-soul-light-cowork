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5" r:id="rId2"/>
    <p:sldMasterId id="2147483674" r:id="rId3"/>
    <p:sldMasterId id="2147483691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1713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embeddedFontLst>
    <p:embeddedFont>
      <p:font typeface="微軟正黑體" panose="020B0604030504040204" pitchFamily="34" charset="-120"/>
      <p:regular r:id="rId27"/>
      <p:bold r:id="rId28"/>
    </p:embeddedFont>
    <p:embeddedFont>
      <p:font typeface="微軟正黑體" panose="020B0604030504040204" pitchFamily="34" charset="-120"/>
      <p:regular r:id="rId27"/>
      <p:bold r:id="rId28"/>
    </p:embeddedFont>
    <p:embeddedFont>
      <p:font typeface="Century Gothic" panose="020B0502020202020204" pitchFamily="34" charset="0"/>
      <p:regular r:id="rId29"/>
      <p:bold r:id="rId30"/>
      <p:italic r:id="rId31"/>
      <p:boldItalic r:id="rId32"/>
    </p:embeddedFont>
    <p:embeddedFont>
      <p:font typeface="Sorts Mill Goudy" panose="02020500000000000000" charset="0"/>
      <p:regular r:id="rId33"/>
      <p:italic r:id="rId34"/>
    </p:embeddedFont>
    <p:embeddedFont>
      <p:font typeface="Wingdings 2" panose="05020102010507070707" pitchFamily="18" charset="2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lFKRo9fKIE4lbn4e2p0hdHKWw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54F8F5-36B7-44C0-9F52-DE82DA163C9A}">
  <a:tblStyle styleId="{A754F8F5-36B7-44C0-9F52-DE82DA163C9A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5E7"/>
          </a:solidFill>
        </a:fill>
      </a:tcStyle>
    </a:wholeTbl>
    <a:band1H>
      <a:tcTxStyle/>
      <a:tcStyle>
        <a:tcBdr/>
        <a:fill>
          <a:solidFill>
            <a:srgbClr val="DFEB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FEB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118164-4D30-40D7-86B7-50C067BD67E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customschemas.google.com/relationships/presentationmetadata" Target="meta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80" name="Google Shape;2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86" name="Google Shape;2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>
  <p:cSld name="标题幻灯片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 descr="图片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4140" y="201929"/>
            <a:ext cx="1466218" cy="575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>
            <a:spLocks noGrp="1"/>
          </p:cNvSpPr>
          <p:nvPr>
            <p:ph type="title"/>
          </p:nvPr>
        </p:nvSpPr>
        <p:spPr>
          <a:xfrm>
            <a:off x="2667000" y="1122362"/>
            <a:ext cx="6858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body" idx="1"/>
          </p:nvPr>
        </p:nvSpPr>
        <p:spPr>
          <a:xfrm>
            <a:off x="2667000" y="3602037"/>
            <a:ext cx="6858000" cy="1655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>
  <p:cSld name="兩項物件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>
            <a:spLocks noGrp="1"/>
          </p:cNvSpPr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54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>
            <a:spLocks noGrp="1"/>
          </p:cNvSpPr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4pPr>
            <a:lvl5pPr marL="2286000" lvl="4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/>
            </a:lvl5pPr>
            <a:lvl6pPr marL="2743200" lvl="5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ftr" idx="11"/>
          </p:nvPr>
        </p:nvSpPr>
        <p:spPr>
          <a:xfrm>
            <a:off x="4165603" y="635635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360" cy="132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360" cy="435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1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719403" y="1628800"/>
            <a:ext cx="5184600" cy="48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·"/>
              <a:defRPr sz="2800"/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2pPr>
            <a:lvl3pPr marL="1371600" lvl="2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3pPr>
            <a:lvl4pPr marL="1828800" lvl="3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4pPr>
            <a:lvl5pPr marL="2286000" lvl="4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6576055" y="1628800"/>
            <a:ext cx="5184600" cy="48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·"/>
              <a:defRPr sz="2800"/>
            </a:lvl1pPr>
            <a:lvl2pPr marL="914400" lvl="1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2pPr>
            <a:lvl3pPr marL="1371600" lvl="2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3pPr>
            <a:lvl4pPr marL="1828800" lvl="3" indent="-2286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4pPr>
            <a:lvl5pPr marL="2286000" lvl="4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·"/>
              <a:defRPr sz="2800"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 b="0" i="0" u="none" strike="noStrike" cap="none">
                <a:solidFill>
                  <a:srgbClr val="595959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1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marL="2286000" lvl="4" indent="-431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ctrTitle"/>
          </p:nvPr>
        </p:nvSpPr>
        <p:spPr>
          <a:xfrm>
            <a:off x="0" y="2157319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subTitle" idx="1"/>
          </p:nvPr>
        </p:nvSpPr>
        <p:spPr>
          <a:xfrm>
            <a:off x="1219200" y="3034555"/>
            <a:ext cx="10668000" cy="3823447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91425" rIns="274300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8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8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含圖片">
  <p:cSld name="標題投影片含圖片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>
            <a:spLocks noGrp="1"/>
          </p:cNvSpPr>
          <p:nvPr>
            <p:ph type="ctrTitle"/>
          </p:nvPr>
        </p:nvSpPr>
        <p:spPr>
          <a:xfrm>
            <a:off x="0" y="5025435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subTitle" idx="1"/>
          </p:nvPr>
        </p:nvSpPr>
        <p:spPr>
          <a:xfrm>
            <a:off x="1219200" y="5943600"/>
            <a:ext cx="10668000" cy="91440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91425" rIns="274300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9"/>
          <p:cNvSpPr>
            <a:spLocks noGrp="1"/>
          </p:cNvSpPr>
          <p:nvPr>
            <p:ph type="pic" idx="2"/>
          </p:nvPr>
        </p:nvSpPr>
        <p:spPr>
          <a:xfrm>
            <a:off x="1236133" y="1129553"/>
            <a:ext cx="10651067" cy="388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頭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0"/>
          <p:cNvSpPr txBox="1">
            <a:spLocks noGrp="1"/>
          </p:cNvSpPr>
          <p:nvPr>
            <p:ph type="title"/>
          </p:nvPr>
        </p:nvSpPr>
        <p:spPr>
          <a:xfrm>
            <a:off x="0" y="3200399"/>
            <a:ext cx="118872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188700" tIns="45700" rIns="27430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1219200" y="5484607"/>
            <a:ext cx="10668000" cy="7772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91425" rIns="274300" bIns="91425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>
            <a:off x="719402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marL="914400" lvl="1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marL="1371600" lvl="2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marL="1828800" lvl="3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marL="2286000" lvl="4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body" idx="2"/>
          </p:nvPr>
        </p:nvSpPr>
        <p:spPr>
          <a:xfrm>
            <a:off x="6576054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marL="914400" lvl="1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marL="1371600" lvl="2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marL="1828800" lvl="3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marL="2286000" lvl="4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1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2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body" idx="1"/>
          </p:nvPr>
        </p:nvSpPr>
        <p:spPr>
          <a:xfrm>
            <a:off x="982100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body" idx="2"/>
          </p:nvPr>
        </p:nvSpPr>
        <p:spPr>
          <a:xfrm>
            <a:off x="982100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marL="914400" lvl="1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marL="1371600" lvl="2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marL="1828800" lvl="3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marL="2286000" lvl="4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body" idx="3"/>
          </p:nvPr>
        </p:nvSpPr>
        <p:spPr>
          <a:xfrm>
            <a:off x="6351361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52"/>
          <p:cNvSpPr txBox="1">
            <a:spLocks noGrp="1"/>
          </p:cNvSpPr>
          <p:nvPr>
            <p:ph type="body" idx="4"/>
          </p:nvPr>
        </p:nvSpPr>
        <p:spPr>
          <a:xfrm>
            <a:off x="6351361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marL="914400" lvl="1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marL="1371600" lvl="2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marL="1828800" lvl="3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marL="2286000" lvl="4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>
            <a:endParaRPr/>
          </a:p>
        </p:txBody>
      </p:sp>
      <p:sp>
        <p:nvSpPr>
          <p:cNvPr id="85" name="Google Shape;85;p52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2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2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88" name="Google Shape;88;p52"/>
          <p:cNvCxnSpPr/>
          <p:nvPr/>
        </p:nvCxnSpPr>
        <p:spPr>
          <a:xfrm>
            <a:off x="1054127" y="2492896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52"/>
          <p:cNvCxnSpPr/>
          <p:nvPr/>
        </p:nvCxnSpPr>
        <p:spPr>
          <a:xfrm>
            <a:off x="6456134" y="2492896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52"/>
          <p:cNvCxnSpPr/>
          <p:nvPr/>
        </p:nvCxnSpPr>
        <p:spPr>
          <a:xfrm>
            <a:off x="1126154" y="2492896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52"/>
          <p:cNvCxnSpPr/>
          <p:nvPr/>
        </p:nvCxnSpPr>
        <p:spPr>
          <a:xfrm>
            <a:off x="6456134" y="2492896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52"/>
          <p:cNvCxnSpPr/>
          <p:nvPr/>
        </p:nvCxnSpPr>
        <p:spPr>
          <a:xfrm>
            <a:off x="1104021" y="2475548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52"/>
          <p:cNvCxnSpPr/>
          <p:nvPr/>
        </p:nvCxnSpPr>
        <p:spPr>
          <a:xfrm>
            <a:off x="6473282" y="2475548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3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3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3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4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4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4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5"/>
          <p:cNvSpPr txBox="1">
            <a:spLocks noGrp="1"/>
          </p:cNvSpPr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5"/>
          <p:cNvSpPr txBox="1">
            <a:spLocks noGrp="1"/>
          </p:cNvSpPr>
          <p:nvPr>
            <p:ph type="body" idx="1"/>
          </p:nvPr>
        </p:nvSpPr>
        <p:spPr>
          <a:xfrm>
            <a:off x="6863378" y="2590802"/>
            <a:ext cx="4754880" cy="368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9pPr>
          </a:lstStyle>
          <a:p>
            <a:endParaRPr/>
          </a:p>
        </p:txBody>
      </p:sp>
      <p:sp>
        <p:nvSpPr>
          <p:cNvPr id="106" name="Google Shape;106;p55"/>
          <p:cNvSpPr txBox="1">
            <a:spLocks noGrp="1"/>
          </p:cNvSpPr>
          <p:nvPr>
            <p:ph type="body" idx="2"/>
          </p:nvPr>
        </p:nvSpPr>
        <p:spPr>
          <a:xfrm>
            <a:off x="1201269" y="2039111"/>
            <a:ext cx="4754880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274300" rIns="274300" bIns="2743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7" name="Google Shape;107;p55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5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5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6"/>
          <p:cNvSpPr txBox="1">
            <a:spLocks noGrp="1"/>
          </p:cNvSpPr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E8C4D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56"/>
          <p:cNvSpPr>
            <a:spLocks noGrp="1"/>
          </p:cNvSpPr>
          <p:nvPr>
            <p:ph type="pic" idx="2"/>
          </p:nvPr>
        </p:nvSpPr>
        <p:spPr>
          <a:xfrm>
            <a:off x="7317317" y="2048256"/>
            <a:ext cx="4569884" cy="420624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56"/>
          <p:cNvSpPr txBox="1">
            <a:spLocks noGrp="1"/>
          </p:cNvSpPr>
          <p:nvPr>
            <p:ph type="body" idx="1"/>
          </p:nvPr>
        </p:nvSpPr>
        <p:spPr>
          <a:xfrm>
            <a:off x="1219200" y="2039112"/>
            <a:ext cx="6096001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274300" rIns="274300" bIns="2743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4" name="Google Shape;114;p56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6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6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上的圖片">
  <p:cSld name="標題上的圖片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7"/>
          <p:cNvSpPr txBox="1"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137150" rIns="274300" bIns="1371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7"/>
          <p:cNvSpPr txBox="1">
            <a:spLocks noGrp="1"/>
          </p:cNvSpPr>
          <p:nvPr>
            <p:ph type="subTitle" idx="1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137150" rIns="274300" bIns="13715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0" name="Google Shape;120;p57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7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57"/>
          <p:cNvSpPr>
            <a:spLocks noGrp="1"/>
          </p:cNvSpPr>
          <p:nvPr>
            <p:ph type="pic" idx="2"/>
          </p:nvPr>
        </p:nvSpPr>
        <p:spPr>
          <a:xfrm>
            <a:off x="1236133" y="1129553"/>
            <a:ext cx="10651067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張含標題圖片">
  <p:cSld name="2 張含標題圖片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8"/>
          <p:cNvSpPr txBox="1"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137150" rIns="274300" bIns="1371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58"/>
          <p:cNvSpPr txBox="1">
            <a:spLocks noGrp="1"/>
          </p:cNvSpPr>
          <p:nvPr>
            <p:ph type="subTitle" idx="1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137150" rIns="274300" bIns="13715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6" name="Google Shape;126;p58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8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8"/>
          <p:cNvSpPr>
            <a:spLocks noGrp="1"/>
          </p:cNvSpPr>
          <p:nvPr>
            <p:ph type="pic" idx="2"/>
          </p:nvPr>
        </p:nvSpPr>
        <p:spPr>
          <a:xfrm>
            <a:off x="1236133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58"/>
          <p:cNvSpPr>
            <a:spLocks noGrp="1"/>
          </p:cNvSpPr>
          <p:nvPr>
            <p:ph type="pic" idx="3"/>
          </p:nvPr>
        </p:nvSpPr>
        <p:spPr>
          <a:xfrm>
            <a:off x="6571488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張含標題圖片">
  <p:cSld name="3 張含標題圖片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9"/>
          <p:cNvSpPr txBox="1"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137150" rIns="274300" bIns="1371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9"/>
          <p:cNvSpPr txBox="1">
            <a:spLocks noGrp="1"/>
          </p:cNvSpPr>
          <p:nvPr>
            <p:ph type="subTitle" idx="1"/>
          </p:nvPr>
        </p:nvSpPr>
        <p:spPr>
          <a:xfrm>
            <a:off x="1219200" y="5002307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137150" rIns="274300" bIns="13715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3" name="Google Shape;133;p59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9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9"/>
          <p:cNvSpPr>
            <a:spLocks noGrp="1"/>
          </p:cNvSpPr>
          <p:nvPr>
            <p:ph type="pic" idx="2"/>
          </p:nvPr>
        </p:nvSpPr>
        <p:spPr>
          <a:xfrm>
            <a:off x="1236133" y="1129553"/>
            <a:ext cx="8802624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59"/>
          <p:cNvSpPr>
            <a:spLocks noGrp="1"/>
          </p:cNvSpPr>
          <p:nvPr>
            <p:ph type="pic" idx="3"/>
          </p:nvPr>
        </p:nvSpPr>
        <p:spPr>
          <a:xfrm>
            <a:off x="10058401" y="1129553"/>
            <a:ext cx="182880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59"/>
          <p:cNvSpPr>
            <a:spLocks noGrp="1"/>
          </p:cNvSpPr>
          <p:nvPr>
            <p:ph type="pic" idx="4"/>
          </p:nvPr>
        </p:nvSpPr>
        <p:spPr>
          <a:xfrm>
            <a:off x="10058401" y="2629169"/>
            <a:ext cx="1828800" cy="14813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0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60"/>
          <p:cNvSpPr txBox="1">
            <a:spLocks noGrp="1"/>
          </p:cNvSpPr>
          <p:nvPr>
            <p:ph type="body" idx="1"/>
          </p:nvPr>
        </p:nvSpPr>
        <p:spPr>
          <a:xfrm rot="5400000">
            <a:off x="3737525" y="-1629347"/>
            <a:ext cx="4781545" cy="1100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marL="2286000" lvl="4" indent="-431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>
            <a:endParaRPr/>
          </a:p>
        </p:txBody>
      </p:sp>
      <p:sp>
        <p:nvSpPr>
          <p:cNvPr id="141" name="Google Shape;141;p60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0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60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1"/>
          <p:cNvSpPr txBox="1">
            <a:spLocks noGrp="1"/>
          </p:cNvSpPr>
          <p:nvPr>
            <p:ph type="title"/>
          </p:nvPr>
        </p:nvSpPr>
        <p:spPr>
          <a:xfrm rot="5400000">
            <a:off x="8493033" y="3286593"/>
            <a:ext cx="5533278" cy="1219201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274300" tIns="685800" rIns="274300" bIns="6858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1"/>
          <p:cNvSpPr txBox="1">
            <a:spLocks noGrp="1"/>
          </p:cNvSpPr>
          <p:nvPr>
            <p:ph type="body" idx="1"/>
          </p:nvPr>
        </p:nvSpPr>
        <p:spPr>
          <a:xfrm rot="5400000">
            <a:off x="3503115" y="-278310"/>
            <a:ext cx="4542304" cy="8568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marL="2286000" lvl="4" indent="-431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>
            <a:endParaRPr/>
          </a:p>
        </p:txBody>
      </p:sp>
      <p:sp>
        <p:nvSpPr>
          <p:cNvPr id="147" name="Google Shape;147;p61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61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61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2"/>
          <p:cNvSpPr/>
          <p:nvPr/>
        </p:nvSpPr>
        <p:spPr>
          <a:xfrm>
            <a:off x="2" y="-1"/>
            <a:ext cx="3213100" cy="6858000"/>
          </a:xfrm>
          <a:prstGeom prst="rect">
            <a:avLst/>
          </a:prstGeom>
          <a:solidFill>
            <a:srgbClr val="7E8C4D">
              <a:alpha val="7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62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62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62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360" cy="132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6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360" cy="435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63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>
  <p:cSld name="TITLE_AND_BOD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4"/>
          <p:cNvSpPr txBox="1">
            <a:spLocks noGrp="1"/>
          </p:cNvSpPr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64"/>
          <p:cNvSpPr txBox="1">
            <a:spLocks noGrp="1"/>
          </p:cNvSpPr>
          <p:nvPr>
            <p:ph type="body" idx="1"/>
          </p:nvPr>
        </p:nvSpPr>
        <p:spPr>
          <a:xfrm>
            <a:off x="989399" y="1685925"/>
            <a:ext cx="10213201" cy="4040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marL="914400" lvl="1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3pPr>
            <a:lvl4pPr marL="1828800" lvl="3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64"/>
          <p:cNvSpPr txBox="1">
            <a:spLocks noGrp="1"/>
          </p:cNvSpPr>
          <p:nvPr>
            <p:ph type="sldNum" idx="12"/>
          </p:nvPr>
        </p:nvSpPr>
        <p:spPr>
          <a:xfrm>
            <a:off x="11461009" y="6459730"/>
            <a:ext cx="281941" cy="25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body" idx="1"/>
          </p:nvPr>
        </p:nvSpPr>
        <p:spPr>
          <a:xfrm>
            <a:off x="623400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marL="2286000" lvl="4" indent="-431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>
            <a:spLocks noGrp="1"/>
          </p:cNvSpPr>
          <p:nvPr>
            <p:ph type="ctrTitle"/>
          </p:nvPr>
        </p:nvSpPr>
        <p:spPr>
          <a:xfrm>
            <a:off x="0" y="2157319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subTitle" idx="1"/>
          </p:nvPr>
        </p:nvSpPr>
        <p:spPr>
          <a:xfrm>
            <a:off x="1219200" y="3034571"/>
            <a:ext cx="10668000" cy="3823447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91425" rIns="274300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3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含圖片">
  <p:cSld name="標題投影片含圖片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>
            <a:spLocks noGrp="1"/>
          </p:cNvSpPr>
          <p:nvPr>
            <p:ph type="ctrTitle"/>
          </p:nvPr>
        </p:nvSpPr>
        <p:spPr>
          <a:xfrm>
            <a:off x="0" y="5025435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subTitle" idx="1"/>
          </p:nvPr>
        </p:nvSpPr>
        <p:spPr>
          <a:xfrm>
            <a:off x="1219200" y="5943600"/>
            <a:ext cx="10668000" cy="91440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91425" rIns="274300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86" name="Google Shape;186;p34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4"/>
          <p:cNvSpPr>
            <a:spLocks noGrp="1"/>
          </p:cNvSpPr>
          <p:nvPr>
            <p:ph type="pic" idx="2"/>
          </p:nvPr>
        </p:nvSpPr>
        <p:spPr>
          <a:xfrm>
            <a:off x="1236140" y="1129553"/>
            <a:ext cx="10651067" cy="388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頭" type="secHead">
  <p:cSld name="SECTION_HEADER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title"/>
          </p:nvPr>
        </p:nvSpPr>
        <p:spPr>
          <a:xfrm>
            <a:off x="0" y="3200399"/>
            <a:ext cx="118872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188700" tIns="45700" rIns="27430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5"/>
          <p:cNvSpPr txBox="1">
            <a:spLocks noGrp="1"/>
          </p:cNvSpPr>
          <p:nvPr>
            <p:ph type="body" idx="1"/>
          </p:nvPr>
        </p:nvSpPr>
        <p:spPr>
          <a:xfrm>
            <a:off x="1219200" y="5484607"/>
            <a:ext cx="10668000" cy="77724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91425" rIns="274300" bIns="91425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5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5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body" idx="1"/>
          </p:nvPr>
        </p:nvSpPr>
        <p:spPr>
          <a:xfrm>
            <a:off x="719403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marL="914400" lvl="1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marL="1371600" lvl="2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marL="1828800" lvl="3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marL="2286000" lvl="4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body" idx="2"/>
          </p:nvPr>
        </p:nvSpPr>
        <p:spPr>
          <a:xfrm>
            <a:off x="6576055" y="1628800"/>
            <a:ext cx="5184576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/>
            </a:lvl1pPr>
            <a:lvl2pPr marL="914400" lvl="1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2pPr>
            <a:lvl3pPr marL="1371600" lvl="2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3pPr>
            <a:lvl4pPr marL="1828800" lvl="3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4pPr>
            <a:lvl5pPr marL="2286000" lvl="4" indent="-4064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 sz="1800"/>
            </a:lvl9pPr>
          </a:lstStyle>
          <a:p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6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6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body" idx="1"/>
          </p:nvPr>
        </p:nvSpPr>
        <p:spPr>
          <a:xfrm>
            <a:off x="982100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body" idx="2"/>
          </p:nvPr>
        </p:nvSpPr>
        <p:spPr>
          <a:xfrm>
            <a:off x="982100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marL="914400" lvl="1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marL="1371600" lvl="2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marL="1828800" lvl="3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marL="2286000" lvl="4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3"/>
          </p:nvPr>
        </p:nvSpPr>
        <p:spPr>
          <a:xfrm>
            <a:off x="6351361" y="1588698"/>
            <a:ext cx="475488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body" idx="4"/>
          </p:nvPr>
        </p:nvSpPr>
        <p:spPr>
          <a:xfrm>
            <a:off x="6351361" y="2636912"/>
            <a:ext cx="4754880" cy="396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SzPts val="2400"/>
              <a:buChar char="🞑"/>
              <a:defRPr sz="2400"/>
            </a:lvl1pPr>
            <a:lvl2pPr marL="914400" lvl="1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2pPr>
            <a:lvl3pPr marL="1371600" lvl="2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3pPr>
            <a:lvl4pPr marL="1828800" lvl="3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4pPr>
            <a:lvl5pPr marL="2286000" lvl="4" indent="-38100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Char char="🞑"/>
              <a:defRPr sz="2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🞑"/>
              <a:defRPr sz="1600"/>
            </a:lvl9pPr>
          </a:lstStyle>
          <a:p>
            <a:endParaRPr/>
          </a:p>
        </p:txBody>
      </p:sp>
      <p:sp>
        <p:nvSpPr>
          <p:cNvPr id="208" name="Google Shape;208;p37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7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211" name="Google Shape;211;p37"/>
          <p:cNvCxnSpPr/>
          <p:nvPr/>
        </p:nvCxnSpPr>
        <p:spPr>
          <a:xfrm>
            <a:off x="1054134" y="2492896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37"/>
          <p:cNvCxnSpPr/>
          <p:nvPr/>
        </p:nvCxnSpPr>
        <p:spPr>
          <a:xfrm>
            <a:off x="6456142" y="2492896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37"/>
          <p:cNvCxnSpPr/>
          <p:nvPr/>
        </p:nvCxnSpPr>
        <p:spPr>
          <a:xfrm>
            <a:off x="1126162" y="2492896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37"/>
          <p:cNvCxnSpPr/>
          <p:nvPr/>
        </p:nvCxnSpPr>
        <p:spPr>
          <a:xfrm>
            <a:off x="6456142" y="2492896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37"/>
          <p:cNvCxnSpPr/>
          <p:nvPr/>
        </p:nvCxnSpPr>
        <p:spPr>
          <a:xfrm>
            <a:off x="1104028" y="2475548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37"/>
          <p:cNvCxnSpPr/>
          <p:nvPr/>
        </p:nvCxnSpPr>
        <p:spPr>
          <a:xfrm>
            <a:off x="6473283" y="2475548"/>
            <a:ext cx="4511040" cy="1588"/>
          </a:xfrm>
          <a:prstGeom prst="straightConnector1">
            <a:avLst/>
          </a:prstGeom>
          <a:noFill/>
          <a:ln w="38100" cap="flat" cmpd="sng">
            <a:solidFill>
              <a:srgbClr val="D5D9C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8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8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8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9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9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>
            <a:spLocks noGrp="1"/>
          </p:cNvSpPr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40"/>
          <p:cNvSpPr txBox="1">
            <a:spLocks noGrp="1"/>
          </p:cNvSpPr>
          <p:nvPr>
            <p:ph type="body" idx="1"/>
          </p:nvPr>
        </p:nvSpPr>
        <p:spPr>
          <a:xfrm>
            <a:off x="6863379" y="2590818"/>
            <a:ext cx="4754880" cy="368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lvl="2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lvl="3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lvl="4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800"/>
              <a:buChar char="🞑"/>
              <a:defRPr sz="2800"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🞑"/>
              <a:defRPr sz="2000"/>
            </a:lvl9pPr>
          </a:lstStyle>
          <a:p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body" idx="2"/>
          </p:nvPr>
        </p:nvSpPr>
        <p:spPr>
          <a:xfrm>
            <a:off x="1201269" y="2039111"/>
            <a:ext cx="4754880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274300" rIns="274300" bIns="2743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40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>
            <a:spLocks noGrp="1"/>
          </p:cNvSpPr>
          <p:nvPr>
            <p:ph type="title"/>
          </p:nvPr>
        </p:nvSpPr>
        <p:spPr>
          <a:xfrm>
            <a:off x="0" y="1124712"/>
            <a:ext cx="11887200" cy="914400"/>
          </a:xfrm>
          <a:prstGeom prst="rect">
            <a:avLst/>
          </a:prstGeom>
          <a:solidFill>
            <a:srgbClr val="7E8C4D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41"/>
          <p:cNvSpPr>
            <a:spLocks noGrp="1"/>
          </p:cNvSpPr>
          <p:nvPr>
            <p:ph type="pic" idx="2"/>
          </p:nvPr>
        </p:nvSpPr>
        <p:spPr>
          <a:xfrm>
            <a:off x="7317318" y="2048256"/>
            <a:ext cx="4569884" cy="420624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1"/>
          <p:cNvSpPr txBox="1">
            <a:spLocks noGrp="1"/>
          </p:cNvSpPr>
          <p:nvPr>
            <p:ph type="body" idx="1"/>
          </p:nvPr>
        </p:nvSpPr>
        <p:spPr>
          <a:xfrm>
            <a:off x="1219208" y="2039112"/>
            <a:ext cx="6096001" cy="4224528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274300" rIns="274300" bIns="2743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1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上的圖片">
  <p:cSld name="標題上的圖片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137150" rIns="274300" bIns="1371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subTitle" idx="1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137150" rIns="274300" bIns="13715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2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42"/>
          <p:cNvSpPr>
            <a:spLocks noGrp="1"/>
          </p:cNvSpPr>
          <p:nvPr>
            <p:ph type="pic" idx="2"/>
          </p:nvPr>
        </p:nvSpPr>
        <p:spPr>
          <a:xfrm>
            <a:off x="1236140" y="1129553"/>
            <a:ext cx="10651067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張含標題圖片">
  <p:cSld name="2 張含標題圖片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137150" rIns="274300" bIns="1371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subTitle" idx="1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137150" rIns="274300" bIns="13715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3"/>
          <p:cNvSpPr>
            <a:spLocks noGrp="1"/>
          </p:cNvSpPr>
          <p:nvPr>
            <p:ph type="pic" idx="2"/>
          </p:nvPr>
        </p:nvSpPr>
        <p:spPr>
          <a:xfrm>
            <a:off x="1236133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3"/>
          <p:cNvSpPr>
            <a:spLocks noGrp="1"/>
          </p:cNvSpPr>
          <p:nvPr>
            <p:ph type="pic" idx="3"/>
          </p:nvPr>
        </p:nvSpPr>
        <p:spPr>
          <a:xfrm>
            <a:off x="6571488" y="1129553"/>
            <a:ext cx="5315712" cy="298094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張含標題圖片">
  <p:cSld name="3 張含標題圖片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137150" rIns="274300" bIns="1371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ubTitle" idx="1"/>
          </p:nvPr>
        </p:nvSpPr>
        <p:spPr>
          <a:xfrm>
            <a:off x="1219200" y="5002323"/>
            <a:ext cx="10668000" cy="1855695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292600" tIns="137150" rIns="274300" bIns="13715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56" name="Google Shape;256;p44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44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44"/>
          <p:cNvSpPr>
            <a:spLocks noGrp="1"/>
          </p:cNvSpPr>
          <p:nvPr>
            <p:ph type="pic" idx="2"/>
          </p:nvPr>
        </p:nvSpPr>
        <p:spPr>
          <a:xfrm>
            <a:off x="1236133" y="1129553"/>
            <a:ext cx="8802624" cy="2980944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44"/>
          <p:cNvSpPr>
            <a:spLocks noGrp="1"/>
          </p:cNvSpPr>
          <p:nvPr>
            <p:ph type="pic" idx="3"/>
          </p:nvPr>
        </p:nvSpPr>
        <p:spPr>
          <a:xfrm>
            <a:off x="10058401" y="1129553"/>
            <a:ext cx="182880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4"/>
          <p:cNvSpPr>
            <a:spLocks noGrp="1"/>
          </p:cNvSpPr>
          <p:nvPr>
            <p:ph type="pic" idx="4"/>
          </p:nvPr>
        </p:nvSpPr>
        <p:spPr>
          <a:xfrm>
            <a:off x="10058401" y="2629169"/>
            <a:ext cx="1828800" cy="14813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5"/>
          <p:cNvSpPr txBox="1">
            <a:spLocks noGrp="1"/>
          </p:cNvSpPr>
          <p:nvPr>
            <p:ph type="body" idx="1"/>
          </p:nvPr>
        </p:nvSpPr>
        <p:spPr>
          <a:xfrm rot="5400000">
            <a:off x="3737532" y="-1629347"/>
            <a:ext cx="4781545" cy="1100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marL="2286000" lvl="4" indent="-431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>
            <a:endParaRPr/>
          </a:p>
        </p:txBody>
      </p:sp>
      <p:sp>
        <p:nvSpPr>
          <p:cNvPr id="264" name="Google Shape;264;p45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45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45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>
            <a:spLocks noGrp="1"/>
          </p:cNvSpPr>
          <p:nvPr>
            <p:ph type="title"/>
          </p:nvPr>
        </p:nvSpPr>
        <p:spPr>
          <a:xfrm rot="5400000">
            <a:off x="8493042" y="3286593"/>
            <a:ext cx="5533278" cy="1219201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274300" tIns="685800" rIns="274300" bIns="6858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46"/>
          <p:cNvSpPr txBox="1">
            <a:spLocks noGrp="1"/>
          </p:cNvSpPr>
          <p:nvPr>
            <p:ph type="body" idx="1"/>
          </p:nvPr>
        </p:nvSpPr>
        <p:spPr>
          <a:xfrm rot="5400000">
            <a:off x="3503118" y="-278311"/>
            <a:ext cx="4542304" cy="856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1800"/>
              <a:buChar char="🞑"/>
              <a:defRPr/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🞑"/>
              <a:defRPr/>
            </a:lvl4pPr>
            <a:lvl5pPr marL="2286000" lvl="4" indent="-431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Char char="🞑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🞑"/>
              <a:defRPr/>
            </a:lvl9pPr>
          </a:lstStyle>
          <a:p>
            <a:endParaRPr/>
          </a:p>
        </p:txBody>
      </p:sp>
      <p:sp>
        <p:nvSpPr>
          <p:cNvPr id="270" name="Google Shape;270;p46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6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6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595959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/>
          <p:nvPr/>
        </p:nvSpPr>
        <p:spPr>
          <a:xfrm>
            <a:off x="3" y="-1"/>
            <a:ext cx="3213100" cy="6858000"/>
          </a:xfrm>
          <a:prstGeom prst="rect">
            <a:avLst/>
          </a:prstGeom>
          <a:solidFill>
            <a:srgbClr val="7E8C4D">
              <a:alpha val="7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47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7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7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ctr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57319"/>
            <a:ext cx="11887200" cy="877824"/>
          </a:xfrm>
        </p:spPr>
        <p:txBody>
          <a:bodyPr>
            <a:normAutofit/>
          </a:bodyPr>
          <a:lstStyle>
            <a:lvl1pPr>
              <a:defRPr sz="4400">
                <a:latin typeface="微軟正黑體"/>
                <a:ea typeface="微軟正黑體"/>
                <a:cs typeface="微軟正黑體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034571"/>
            <a:ext cx="10668000" cy="3823447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91440" rIns="274320" bIns="9144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 按一下以編輯母片子標題樣式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fld id="{81C99B24-4BD2-4B59-8E76-08BEB05526A2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fld id="{7B36A71E-1EB1-4BCA-8969-95F7AD23AF17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9039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4BD25-53EC-47A3-B2EE-ADC230FF7F36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16E-0CAB-46E9-82C0-E20661609326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4187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含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025435"/>
            <a:ext cx="11887200" cy="914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943600"/>
            <a:ext cx="10668000" cy="91440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91440" rIns="274320" bIns="9144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 按一下以編輯母片子標題樣式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25A3-093C-4A9F-8BFA-8D94EF167F3F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236140" y="1129553"/>
            <a:ext cx="10651067" cy="3886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r>
              <a:rPr lang="zh-TW" altLang="en-US"/>
              <a:t>將圖片拖曳至版面配置區或按一下圖示以新增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6589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399"/>
            <a:ext cx="11887200" cy="2286000"/>
          </a:xfrm>
          <a:solidFill>
            <a:schemeClr val="accent2"/>
          </a:solidFill>
        </p:spPr>
        <p:txBody>
          <a:bodyPr vert="horz" lIns="1188720" tIns="45720" rIns="274320" bIns="45720" rtlCol="0" anchor="b" anchorCtr="0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5484607"/>
            <a:ext cx="10668000" cy="77724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91440" rIns="274320" bIns="9144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fld id="{1AF93EE5-FE7D-4467-AA70-512A8B6B9496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fld id="{4B9A9665-E7F3-4CBF-9064-F45DA44B29D7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7076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403" y="1628800"/>
            <a:ext cx="5184576" cy="4896544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2800"/>
            </a:lvl1pPr>
            <a:lvl2pPr>
              <a:lnSpc>
                <a:spcPct val="80000"/>
              </a:lnSpc>
              <a:defRPr sz="2800"/>
            </a:lvl2pPr>
            <a:lvl3pPr>
              <a:lnSpc>
                <a:spcPct val="80000"/>
              </a:lnSpc>
              <a:defRPr sz="2800"/>
            </a:lvl3pPr>
            <a:lvl4pPr>
              <a:lnSpc>
                <a:spcPct val="80000"/>
              </a:lnSpc>
              <a:defRPr sz="2800"/>
            </a:lvl4pPr>
            <a:lvl5pPr>
              <a:lnSpc>
                <a:spcPct val="80000"/>
              </a:lnSpc>
              <a:defRPr sz="2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6055" y="1628800"/>
            <a:ext cx="5184576" cy="4896544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2800"/>
            </a:lvl1pPr>
            <a:lvl2pPr>
              <a:lnSpc>
                <a:spcPct val="80000"/>
              </a:lnSpc>
              <a:defRPr sz="2800"/>
            </a:lvl2pPr>
            <a:lvl3pPr>
              <a:lnSpc>
                <a:spcPct val="80000"/>
              </a:lnSpc>
              <a:defRPr sz="2800"/>
            </a:lvl3pPr>
            <a:lvl4pPr>
              <a:lnSpc>
                <a:spcPct val="80000"/>
              </a:lnSpc>
              <a:defRPr sz="2800"/>
            </a:lvl4pPr>
            <a:lvl5pPr>
              <a:lnSpc>
                <a:spcPct val="80000"/>
              </a:lnSpc>
              <a:defRPr sz="2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773459" y="188277"/>
            <a:ext cx="2844800" cy="365125"/>
          </a:xfrm>
        </p:spPr>
        <p:txBody>
          <a:bodyPr/>
          <a:lstStyle/>
          <a:p>
            <a:fld id="{5E3F5321-B88B-4930-BD63-0E8299104F2F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73C2F-B53D-40EF-A045-210B224FE9E6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9056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00" y="1588698"/>
            <a:ext cx="4754880" cy="877887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100" y="2636912"/>
            <a:ext cx="4754880" cy="396044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2400"/>
            </a:lvl1pPr>
            <a:lvl2pPr>
              <a:lnSpc>
                <a:spcPct val="80000"/>
              </a:lnSpc>
              <a:defRPr sz="2400"/>
            </a:lvl2pPr>
            <a:lvl3pPr>
              <a:lnSpc>
                <a:spcPct val="80000"/>
              </a:lnSpc>
              <a:defRPr sz="2400"/>
            </a:lvl3pPr>
            <a:lvl4pPr>
              <a:lnSpc>
                <a:spcPct val="80000"/>
              </a:lnSpc>
              <a:defRPr sz="2400"/>
            </a:lvl4pPr>
            <a:lvl5pPr>
              <a:lnSpc>
                <a:spcPct val="80000"/>
              </a:lnSpc>
              <a:defRPr sz="24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51361" y="1588698"/>
            <a:ext cx="4754880" cy="877887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51361" y="2636912"/>
            <a:ext cx="4754880" cy="396044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2400"/>
            </a:lvl1pPr>
            <a:lvl2pPr>
              <a:lnSpc>
                <a:spcPct val="80000"/>
              </a:lnSpc>
              <a:defRPr sz="2400"/>
            </a:lvl2pPr>
            <a:lvl3pPr>
              <a:lnSpc>
                <a:spcPct val="80000"/>
              </a:lnSpc>
              <a:defRPr sz="2400"/>
            </a:lvl3pPr>
            <a:lvl4pPr>
              <a:lnSpc>
                <a:spcPct val="80000"/>
              </a:lnSpc>
              <a:defRPr sz="2400"/>
            </a:lvl4pPr>
            <a:lvl5pPr>
              <a:lnSpc>
                <a:spcPct val="80000"/>
              </a:lnSpc>
              <a:defRPr sz="24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773459" y="188277"/>
            <a:ext cx="2844800" cy="365125"/>
          </a:xfrm>
        </p:spPr>
        <p:txBody>
          <a:bodyPr/>
          <a:lstStyle/>
          <a:p>
            <a:fld id="{4140981B-AA64-48B7-BA8D-0F90B8B690DD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494126" y="188277"/>
            <a:ext cx="3860800" cy="365125"/>
          </a:xfrm>
        </p:spPr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C24D-D84E-4086-AF29-6555D687C0E2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054134" y="2492896"/>
            <a:ext cx="451104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6142" y="2492896"/>
            <a:ext cx="451104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26162" y="2492896"/>
            <a:ext cx="451104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456142" y="2492896"/>
            <a:ext cx="451104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04028" y="2475548"/>
            <a:ext cx="451104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473283" y="2475548"/>
            <a:ext cx="451104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6416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AC0C-87A0-4875-9BAB-C8E2A954AE7C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3E599-7BA6-46F7-80D9-BDD35992F86F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3824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A49B-F513-4C16-A7DC-DFE61BFD7B7D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676F4-1EA6-4098-A214-306DF80F2851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1377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11887200" cy="914400"/>
          </a:xfrm>
          <a:solidFill>
            <a:schemeClr val="accent6">
              <a:lumMod val="75000"/>
            </a:schemeClr>
          </a:solidFill>
        </p:spPr>
        <p:txBody>
          <a:bodyPr vert="horz" lIns="1188720" tIns="45720" rIns="27432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3379" y="2590818"/>
            <a:ext cx="4754880" cy="3686175"/>
          </a:xfrm>
        </p:spPr>
        <p:txBody>
          <a:bodyPr>
            <a:normAutofit/>
          </a:bodyPr>
          <a:lstStyle>
            <a:lvl1pPr>
              <a:defRPr sz="2800">
                <a:latin typeface="微軟正黑體"/>
                <a:ea typeface="微軟正黑體"/>
                <a:cs typeface="微軟正黑體"/>
              </a:defRPr>
            </a:lvl1pPr>
            <a:lvl2pPr>
              <a:defRPr sz="2800">
                <a:latin typeface="微軟正黑體"/>
                <a:ea typeface="微軟正黑體"/>
                <a:cs typeface="微軟正黑體"/>
              </a:defRPr>
            </a:lvl2pPr>
            <a:lvl3pPr>
              <a:defRPr sz="2800">
                <a:latin typeface="微軟正黑體"/>
                <a:ea typeface="微軟正黑體"/>
                <a:cs typeface="微軟正黑體"/>
              </a:defRPr>
            </a:lvl3pPr>
            <a:lvl4pPr>
              <a:defRPr sz="2800">
                <a:latin typeface="微軟正黑體"/>
                <a:ea typeface="微軟正黑體"/>
                <a:cs typeface="微軟正黑體"/>
              </a:defRPr>
            </a:lvl4pPr>
            <a:lvl5pPr>
              <a:defRPr sz="2800">
                <a:latin typeface="微軟正黑體"/>
                <a:ea typeface="微軟正黑體"/>
                <a:cs typeface="微軟正黑體"/>
              </a:defRPr>
            </a:lvl5pPr>
            <a:lvl6pPr marL="2055813" indent="-344488">
              <a:defRPr sz="2000"/>
            </a:lvl6pPr>
            <a:lvl7pPr marL="2055813" indent="-344488">
              <a:defRPr sz="2000"/>
            </a:lvl7pPr>
            <a:lvl8pPr marL="2055813" indent="-344488">
              <a:defRPr sz="2000"/>
            </a:lvl8pPr>
            <a:lvl9pPr marL="2055813" indent="-344488"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1269" y="2039111"/>
            <a:ext cx="475488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274320" rIns="274320" bIns="27432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773459" y="188277"/>
            <a:ext cx="2844800" cy="365125"/>
          </a:xfrm>
        </p:spPr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fld id="{898C1962-0340-4341-8E7E-C54283ABFD7B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fld id="{3EE28C0F-9E9F-44AA-A852-99D4D07D883E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0761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11887200" cy="914400"/>
          </a:xfrm>
          <a:solidFill>
            <a:srgbClr val="7E8C4D"/>
          </a:solidFill>
        </p:spPr>
        <p:txBody>
          <a:bodyPr vert="horz" lIns="1188720" tIns="45720" rIns="27432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317318" y="2048256"/>
            <a:ext cx="4569884" cy="4206240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latin typeface="微軟正黑體"/>
                <a:ea typeface="微軟正黑體"/>
                <a:cs typeface="微軟正黑體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將圖片拖曳至版面配置區或按一下圖示以新增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8" y="2039112"/>
            <a:ext cx="6096001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274320" rIns="274320" bIns="274320" rtlCol="0" anchor="t" anchorCtr="0">
            <a:normAutofit/>
          </a:bodyPr>
          <a:lstStyle>
            <a:lvl1pPr marL="0" indent="0">
              <a:buNone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773459" y="188277"/>
            <a:ext cx="2844800" cy="365125"/>
          </a:xfrm>
        </p:spPr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fld id="{E83461A5-73BC-4A1F-84D0-33E21A5BD311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</a:lstStyle>
          <a:p>
            <a:fld id="{DE72FA09-3D31-4137-A9A2-4C4D79535970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3540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上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</p:spPr>
        <p:txBody>
          <a:bodyPr tIns="137160" bIns="137160" anchor="b" anchorCtr="0">
            <a:noAutofit/>
          </a:bodyPr>
          <a:lstStyle>
            <a:lvl1pPr>
              <a:defRPr sz="4400"/>
            </a:lvl1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002323"/>
            <a:ext cx="10668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 按一下以編輯母片子標題樣式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25A3-093C-4A9F-8BFA-8D94EF167F3F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236140" y="1129553"/>
            <a:ext cx="10651067" cy="298094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zh-TW" altLang="en-US"/>
              <a:t>將圖片拖曳至版面配置區或按一下圖示以新增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97295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張含標題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</p:spPr>
        <p:txBody>
          <a:bodyPr tIns="137160" bIns="137160" anchor="b" anchorCtr="0">
            <a:noAutofit/>
          </a:bodyPr>
          <a:lstStyle>
            <a:lvl1pPr>
              <a:defRPr sz="4400"/>
            </a:lvl1pPr>
          </a:lstStyle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002323"/>
            <a:ext cx="10668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 按一下以編輯母片子標題樣式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73459" y="188277"/>
            <a:ext cx="2844800" cy="365125"/>
          </a:xfrm>
        </p:spPr>
        <p:txBody>
          <a:bodyPr/>
          <a:lstStyle/>
          <a:p>
            <a:fld id="{CF3725A3-093C-4A9F-8BFA-8D94EF167F3F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236133" y="1129553"/>
            <a:ext cx="5315712" cy="29809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zh-TW" altLang="en-US"/>
              <a:t>將圖片拖曳至版面配置區或按一下圖示以新增</a:t>
            </a:r>
            <a:endParaRPr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571488" y="1129553"/>
            <a:ext cx="5315712" cy="29809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zh-TW" altLang="en-US"/>
              <a:t>將圖片拖曳至版面配置區或按一下圖示以新增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6653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張含標題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11887200" cy="877824"/>
          </a:xfrm>
        </p:spPr>
        <p:txBody>
          <a:bodyPr tIns="137160" bIns="137160" anchor="b" anchorCtr="0">
            <a:noAutofit/>
          </a:bodyPr>
          <a:lstStyle>
            <a:lvl1pPr>
              <a:defRPr sz="4400"/>
            </a:lvl1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002323"/>
            <a:ext cx="10668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 按一下以編輯母片子標題樣式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73459" y="188277"/>
            <a:ext cx="2844800" cy="365125"/>
          </a:xfrm>
        </p:spPr>
        <p:txBody>
          <a:bodyPr/>
          <a:lstStyle/>
          <a:p>
            <a:fld id="{CF3725A3-093C-4A9F-8BFA-8D94EF167F3F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236133" y="1129553"/>
            <a:ext cx="8802624" cy="298094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zh-TW" altLang="en-US"/>
              <a:t>將圖片拖曳至版面配置區或按一下圖示以新增</a:t>
            </a:r>
            <a:endParaRPr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058401" y="1129553"/>
            <a:ext cx="1828800" cy="14813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zh-TW" altLang="en-US"/>
              <a:t>將圖片拖曳至版面配置區或按一下圖示以新增</a:t>
            </a:r>
            <a:endParaRPr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10058401" y="2629169"/>
            <a:ext cx="1828800" cy="14813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zh-TW" altLang="en-US"/>
              <a:t>將圖片拖曳至版面配置區或按一下圖示以新增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9233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B7558-F1EA-4BF2-AF57-0A90795BFBD2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85412-CBAD-47E4-BC4E-5CBDD4EE65FE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9927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50080" y="1129554"/>
            <a:ext cx="1219201" cy="5533278"/>
          </a:xfrm>
        </p:spPr>
        <p:txBody>
          <a:bodyPr vert="eaVert" lIns="274320" tIns="685800" bIns="685800"/>
          <a:lstStyle/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137" y="1734671"/>
            <a:ext cx="8568267" cy="4542304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ABA84-9011-4928-849B-4528D06E5C58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93DD-AC9F-4A3B-A928-DBDB42CAA0B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8599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" y="-1"/>
            <a:ext cx="3213100" cy="6858000"/>
          </a:xfrm>
          <a:prstGeom prst="rect">
            <a:avLst/>
          </a:prstGeom>
          <a:solidFill>
            <a:srgbClr val="7E8C4D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defTabSz="914400"/>
            <a:endParaRPr lang="en-US" sz="1050" dirty="0">
              <a:solidFill>
                <a:prstClr val="white"/>
              </a:solidFill>
              <a:ea typeface="翩翩体-简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a typeface="翩翩体-简"/>
              </a:defRPr>
            </a:lvl1pPr>
          </a:lstStyle>
          <a:p>
            <a:fld id="{712544D9-E8EB-4DFC-9BAC-8FC5CFB1A919}" type="datetime4">
              <a:rPr lang="en-US" smtClean="0">
                <a:solidFill>
                  <a:srgbClr val="BBC0AC"/>
                </a:solidFill>
              </a:rPr>
              <a:pPr/>
              <a:t>June 24, 2026</a:t>
            </a:fld>
            <a:endParaRPr lang="en-US" dirty="0">
              <a:solidFill>
                <a:srgbClr val="BBC0A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翩翩体-简"/>
              </a:defRPr>
            </a:lvl1pPr>
          </a:lstStyle>
          <a:p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翩翩体-简"/>
              </a:defRPr>
            </a:lvl1pPr>
          </a:lstStyle>
          <a:p>
            <a:fld id="{5744759D-0EFF-4FB2-9CCE-04E00944F0FE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043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  <a:defRPr sz="32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·"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nir"/>
              <a:buChar char="•"/>
              <a:defRPr sz="20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sldNum" idx="12"/>
          </p:nvPr>
        </p:nvSpPr>
        <p:spPr>
          <a:xfrm>
            <a:off x="11461009" y="6459730"/>
            <a:ext cx="281941" cy="25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ts Mill Goudy"/>
              <a:buNone/>
              <a:defRPr sz="1000" b="0" i="0" u="none" strike="noStrike" cap="none">
                <a:solidFill>
                  <a:srgbClr val="000000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5720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Char char="🞑"/>
              <a:defRPr sz="36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431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sz="3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431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sz="3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431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sz="3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431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sz="3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dt" idx="10"/>
          </p:nvPr>
        </p:nvSpPr>
        <p:spPr>
          <a:xfrm>
            <a:off x="8773459" y="18826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ftr" idx="11"/>
          </p:nvPr>
        </p:nvSpPr>
        <p:spPr>
          <a:xfrm>
            <a:off x="1494118" y="18826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11719859" y="6569077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" name="Google Shape;46;p26"/>
          <p:cNvSpPr/>
          <p:nvPr/>
        </p:nvSpPr>
        <p:spPr>
          <a:xfrm>
            <a:off x="1219200" y="0"/>
            <a:ext cx="106658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" name="Google Shape;47;p26"/>
          <p:cNvSpPr/>
          <p:nvPr/>
        </p:nvSpPr>
        <p:spPr>
          <a:xfrm>
            <a:off x="1219200" y="6675120"/>
            <a:ext cx="10665884" cy="18288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 sz="4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623400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5720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Char char="🞑"/>
              <a:defRPr sz="36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431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sz="3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431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sz="3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431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0630B"/>
              </a:buClr>
              <a:buSzPts val="3200"/>
              <a:buFont typeface="Noto Sans Symbols"/>
              <a:buChar char="🞑"/>
              <a:defRPr sz="3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431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🞑"/>
              <a:defRPr sz="3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50630B"/>
              </a:buClr>
              <a:buSzPts val="1800"/>
              <a:buFont typeface="Noto Sans Symbols"/>
              <a:buChar char="🞑"/>
              <a:defRPr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🞑"/>
              <a:defRPr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dt" idx="10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ftr" idx="11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sldNum" idx="12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1219201" y="0"/>
            <a:ext cx="106658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0" name="Google Shape;170;p29"/>
          <p:cNvSpPr/>
          <p:nvPr/>
        </p:nvSpPr>
        <p:spPr>
          <a:xfrm>
            <a:off x="1219201" y="6675120"/>
            <a:ext cx="10665884" cy="182880"/>
          </a:xfrm>
          <a:prstGeom prst="rect">
            <a:avLst/>
          </a:prstGeom>
          <a:solidFill>
            <a:srgbClr val="E3E5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1188720" tIns="45720" rIns="27432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400" y="1484784"/>
            <a:ext cx="11009808" cy="4781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73459" y="18827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</a:lstStyle>
          <a:p>
            <a:pPr defTabSz="914400"/>
            <a:fld id="{CF3725A3-093C-4A9F-8BFA-8D94EF167F3F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 defTabSz="914400"/>
              <a:t>2026/6/24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4126" y="18827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</a:lstStyle>
          <a:p>
            <a:pPr defTabSz="914400">
              <a:defRPr/>
            </a:pPr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9859" y="6569093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</a:lstStyle>
          <a:p>
            <a:pPr defTabSz="914400"/>
            <a:fld id="{4A822907-8A9D-4F6B-98F6-913902AD56B5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 defTabSz="914400"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19201" y="0"/>
            <a:ext cx="106658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dirty="0">
              <a:solidFill>
                <a:prstClr val="whit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19201" y="6675120"/>
            <a:ext cx="10665884" cy="18288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dirty="0">
              <a:solidFill>
                <a:prstClr val="white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825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</p:sldLayoutIdLst>
  <p:txStyles>
    <p:titleStyle>
      <a:lvl1pPr marL="0" indent="0" algn="l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微軟正黑體"/>
          <a:ea typeface="微軟正黑體"/>
          <a:cs typeface="微軟正黑體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2000"/>
        </a:spcBef>
        <a:buClr>
          <a:schemeClr val="accent1"/>
        </a:buClr>
        <a:buFont typeface="Wingdings 2" pitchFamily="18" charset="2"/>
        <a:buChar char=""/>
        <a:defRPr sz="3600" kern="1200">
          <a:solidFill>
            <a:schemeClr val="tx1">
              <a:lumMod val="65000"/>
              <a:lumOff val="35000"/>
            </a:schemeClr>
          </a:solidFill>
          <a:latin typeface="微軟正黑體"/>
          <a:ea typeface="微軟正黑體"/>
          <a:cs typeface="微軟正黑體"/>
        </a:defRPr>
      </a:lvl1pPr>
      <a:lvl2pPr marL="685800" indent="-336550" algn="l" defTabSz="914400" rtl="0" eaLnBrk="1" latinLnBrk="0" hangingPunct="1">
        <a:lnSpc>
          <a:spcPct val="120000"/>
        </a:lnSpc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3200" kern="1200">
          <a:solidFill>
            <a:schemeClr val="tx1">
              <a:lumMod val="65000"/>
              <a:lumOff val="35000"/>
            </a:schemeClr>
          </a:solidFill>
          <a:latin typeface="微軟正黑體"/>
          <a:ea typeface="微軟正黑體"/>
          <a:cs typeface="微軟正黑體"/>
        </a:defRPr>
      </a:lvl2pPr>
      <a:lvl3pPr marL="1035050" indent="-349250" algn="l" defTabSz="91440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Font typeface="Wingdings 2" pitchFamily="18" charset="2"/>
        <a:buChar char=""/>
        <a:defRPr sz="3200" kern="1200">
          <a:solidFill>
            <a:schemeClr val="tx1">
              <a:lumMod val="65000"/>
              <a:lumOff val="35000"/>
            </a:schemeClr>
          </a:solidFill>
          <a:latin typeface="微軟正黑體"/>
          <a:ea typeface="微軟正黑體"/>
          <a:cs typeface="微軟正黑體"/>
        </a:defRPr>
      </a:lvl3pPr>
      <a:lvl4pPr marL="1371600" indent="-336550" algn="l" defTabSz="914400" rtl="0" eaLnBrk="1" latinLnBrk="0" hangingPunct="1">
        <a:lnSpc>
          <a:spcPct val="120000"/>
        </a:lnSpc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3200" kern="1200">
          <a:solidFill>
            <a:schemeClr val="tx1">
              <a:lumMod val="65000"/>
              <a:lumOff val="35000"/>
            </a:schemeClr>
          </a:solidFill>
          <a:latin typeface="微軟正黑體"/>
          <a:ea typeface="微軟正黑體"/>
          <a:cs typeface="微軟正黑體"/>
        </a:defRPr>
      </a:lvl4pPr>
      <a:lvl5pPr marL="1720850" indent="-349250" algn="l" defTabSz="91440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Font typeface="Wingdings 2" pitchFamily="18" charset="2"/>
        <a:buChar char=""/>
        <a:defRPr sz="3200" kern="1200">
          <a:solidFill>
            <a:schemeClr val="tx1">
              <a:lumMod val="65000"/>
              <a:lumOff val="35000"/>
            </a:schemeClr>
          </a:solidFill>
          <a:latin typeface="微軟正黑體"/>
          <a:ea typeface="微軟正黑體"/>
          <a:cs typeface="微軟正黑體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"/>
          <p:cNvSpPr txBox="1">
            <a:spLocks noGrp="1"/>
          </p:cNvSpPr>
          <p:nvPr>
            <p:ph type="body" idx="4294967295"/>
          </p:nvPr>
        </p:nvSpPr>
        <p:spPr>
          <a:xfrm>
            <a:off x="559808" y="123984"/>
            <a:ext cx="6141338" cy="644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 b="1">
                <a:latin typeface="Microsoft JhengHei"/>
                <a:ea typeface="Microsoft JhengHei"/>
                <a:cs typeface="Microsoft JhengHei"/>
                <a:sym typeface="Microsoft JhengHei"/>
              </a:rPr>
              <a:t>陳仲豪</a:t>
            </a:r>
            <a:endParaRPr sz="2800" b="1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endParaRPr sz="2800" b="1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經歷：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學習身心健康30年</a:t>
            </a:r>
            <a:endParaRPr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身心靈健康產業21年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身心靈相關花超過</a:t>
            </a:r>
            <a:r>
              <a:rPr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400萬</a:t>
            </a:r>
            <a:endParaRPr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台灣六萬名經銷商推薦第一名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拿過三家身心健康產業第一名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拿過20個以上銷售冠軍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經營過14家身心健康相關實體店，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  <a:t>學員超過10000人</a:t>
            </a:r>
            <a:endParaRPr sz="2200"/>
          </a:p>
        </p:txBody>
      </p:sp>
      <p:pic>
        <p:nvPicPr>
          <p:cNvPr id="283" name="Google Shape;283;p1" descr="C:\Users\ASUS-w10\Desktop\大頭照片\FB大頭貼\1.jpg"/>
          <p:cNvPicPr preferRelativeResize="0"/>
          <p:nvPr/>
        </p:nvPicPr>
        <p:blipFill rotWithShape="1">
          <a:blip r:embed="rId3">
            <a:alphaModFix/>
          </a:blip>
          <a:srcRect l="2546" t="11140" r="-2535" b="8171"/>
          <a:stretch/>
        </p:blipFill>
        <p:spPr>
          <a:xfrm>
            <a:off x="6205960" y="123984"/>
            <a:ext cx="5986040" cy="6440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18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5000" b="1"/>
              <a:t>     18歲上心靈課程訂下人生目標</a:t>
            </a:r>
            <a:endParaRPr sz="5000" b="1"/>
          </a:p>
        </p:txBody>
      </p:sp>
      <p:sp>
        <p:nvSpPr>
          <p:cNvPr id="289" name="Google Shape;289;p2"/>
          <p:cNvSpPr txBox="1">
            <a:spLocks noGrp="1"/>
          </p:cNvSpPr>
          <p:nvPr>
            <p:ph type="body" idx="1"/>
          </p:nvPr>
        </p:nvSpPr>
        <p:spPr>
          <a:xfrm>
            <a:off x="0" y="2182653"/>
            <a:ext cx="11641394" cy="322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143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solidFill>
                  <a:srgbClr val="FF0000"/>
                </a:solidFill>
              </a:rPr>
              <a:t>一、身心靈健康整合平台(亞健康)</a:t>
            </a:r>
            <a:endParaRPr sz="3600">
              <a:solidFill>
                <a:srgbClr val="FF0000"/>
              </a:solidFill>
            </a:endParaRPr>
          </a:p>
          <a:p>
            <a:pPr marL="342900" lvl="0" indent="-11430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 sz="3600"/>
              <a:t>二、身心靈療癒中心(重症)</a:t>
            </a:r>
            <a:endParaRPr sz="3600"/>
          </a:p>
          <a:p>
            <a:pPr marL="342900" lvl="0" indent="-11430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 sz="3600"/>
              <a:t>三、身心靈學校&amp;養生村(根本解)</a:t>
            </a:r>
            <a:endParaRPr sz="3600"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400"/>
              <a:buNone/>
            </a:pPr>
            <a:endParaRPr sz="3600"/>
          </a:p>
          <a:p>
            <a:pPr marL="342900" lvl="0" indent="-11430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pic>
        <p:nvPicPr>
          <p:cNvPr id="290" name="Google Shape;2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2475" y="2973550"/>
            <a:ext cx="5399525" cy="322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"/>
          <p:cNvSpPr txBox="1">
            <a:spLocks noGrp="1"/>
          </p:cNvSpPr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/>
              <a:t>平台創立動機</a:t>
            </a:r>
            <a:endParaRPr/>
          </a:p>
        </p:txBody>
      </p:sp>
      <p:sp>
        <p:nvSpPr>
          <p:cNvPr id="296" name="Google Shape;296;p3"/>
          <p:cNvSpPr txBox="1">
            <a:spLocks noGrp="1"/>
          </p:cNvSpPr>
          <p:nvPr>
            <p:ph type="body" idx="4294967295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消費者:幫助更多人身心靈的健康 快樂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從業者:幫助從業者安身立命,進而幫助更多人 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核心:身心靈一站式的服務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</a:pPr>
            <a:r>
              <a:rPr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包含診所 運動教室 諮詢室 整脊室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</a:pP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016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None/>
            </a:pP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</a:pP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</a:pP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>
            <a:spLocks noGrp="1"/>
          </p:cNvSpPr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遇到大師指點 做出規劃</a:t>
            </a:r>
            <a:endParaRPr/>
          </a:p>
        </p:txBody>
      </p:sp>
      <p:sp>
        <p:nvSpPr>
          <p:cNvPr id="302" name="Google Shape;302;p5"/>
          <p:cNvSpPr txBox="1">
            <a:spLocks noGrp="1"/>
          </p:cNvSpPr>
          <p:nvPr>
            <p:ph type="body" idx="4294967295"/>
          </p:nvPr>
        </p:nvSpPr>
        <p:spPr>
          <a:xfrm>
            <a:off x="153987" y="1450975"/>
            <a:ext cx="11884025" cy="540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身心靈界的嚴選蝦皮，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身心靈界的全聯/SOGO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身心靈一站式的服務(諮詢 課程 產品)-定心 定靈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/發掘天賦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業力處理/ 前世回溯/ 身體處理/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靈性定位，處理靈的問題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latin typeface="Microsoft JhengHei"/>
                <a:ea typeface="Microsoft JhengHei"/>
                <a:cs typeface="Microsoft JhengHei"/>
                <a:sym typeface="Microsoft JhengHei"/>
              </a:rPr>
              <a:t>真正幫助更多人身心靈的提升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2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靈魂導引/接引，連接主神，身心靈老師提升靈性 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3843" y="1450975"/>
            <a:ext cx="3435075" cy="1374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9986" y="2959143"/>
            <a:ext cx="3435075" cy="257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"/>
          <p:cNvSpPr txBox="1">
            <a:spLocks noGrp="1"/>
          </p:cNvSpPr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/>
              <a:t>身心靈流程</a:t>
            </a:r>
            <a:endParaRPr/>
          </a:p>
        </p:txBody>
      </p:sp>
      <p:grpSp>
        <p:nvGrpSpPr>
          <p:cNvPr id="310" name="Google Shape;310;p6"/>
          <p:cNvGrpSpPr/>
          <p:nvPr/>
        </p:nvGrpSpPr>
        <p:grpSpPr>
          <a:xfrm>
            <a:off x="356203" y="1247774"/>
            <a:ext cx="11197094" cy="5452664"/>
            <a:chOff x="356203" y="0"/>
            <a:chExt cx="11197094" cy="5452664"/>
          </a:xfrm>
        </p:grpSpPr>
        <p:sp>
          <p:nvSpPr>
            <p:cNvPr id="311" name="Google Shape;311;p6"/>
            <p:cNvSpPr/>
            <p:nvPr/>
          </p:nvSpPr>
          <p:spPr>
            <a:xfrm>
              <a:off x="356203" y="0"/>
              <a:ext cx="11197094" cy="163072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6"/>
            <p:cNvSpPr txBox="1"/>
            <p:nvPr/>
          </p:nvSpPr>
          <p:spPr>
            <a:xfrm>
              <a:off x="356203" y="407681"/>
              <a:ext cx="10789413" cy="815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254000" bIns="258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Microsoft JhengHei"/>
                <a:buNone/>
              </a:pPr>
              <a:r>
                <a:rPr lang="zh-TW" sz="2400" b="0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流量</a:t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356203" y="949507"/>
              <a:ext cx="3448704" cy="3782591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6"/>
            <p:cNvSpPr txBox="1"/>
            <p:nvPr/>
          </p:nvSpPr>
          <p:spPr>
            <a:xfrm>
              <a:off x="356203" y="949507"/>
              <a:ext cx="3448704" cy="3782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天</a:t>
              </a: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：網站 </a:t>
              </a: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534988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自媒體</a:t>
              </a: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534988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新聞</a:t>
              </a: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534988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SEO </a:t>
              </a: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地</a:t>
              </a: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：店面</a:t>
              </a: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1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人</a:t>
              </a: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：代理商 </a:t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3804908" y="556167"/>
              <a:ext cx="7748389" cy="163072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6"/>
            <p:cNvSpPr txBox="1"/>
            <p:nvPr/>
          </p:nvSpPr>
          <p:spPr>
            <a:xfrm>
              <a:off x="3804908" y="963848"/>
              <a:ext cx="7340708" cy="815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0475" tIns="110475" rIns="254000" bIns="258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lang="zh-TW" sz="2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變現</a:t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3804908" y="1813691"/>
              <a:ext cx="3448704" cy="314137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6"/>
            <p:cNvSpPr txBox="1"/>
            <p:nvPr/>
          </p:nvSpPr>
          <p:spPr>
            <a:xfrm>
              <a:off x="3804908" y="1813691"/>
              <a:ext cx="3448704" cy="3141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諮詢或一對一(靈氣 諮詢 )</a:t>
              </a: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課程(身心靈課程)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產品 (健康食品 儀器 )</a:t>
              </a: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7253613" y="1099742"/>
              <a:ext cx="4299684" cy="163072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7253613" y="1507423"/>
              <a:ext cx="3892003" cy="815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0475" tIns="110475" rIns="254000" bIns="258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Arial"/>
                <a:buNone/>
              </a:pPr>
              <a:r>
                <a:rPr lang="zh-TW" sz="2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倍增</a:t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7253613" y="2357265"/>
              <a:ext cx="3448704" cy="3095399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6"/>
            <p:cNvSpPr txBox="1"/>
            <p:nvPr/>
          </p:nvSpPr>
          <p:spPr>
            <a:xfrm>
              <a:off x="7253613" y="2357265"/>
              <a:ext cx="3448704" cy="3095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代理商</a:t>
              </a: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加盟店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"/>
          <p:cNvSpPr txBox="1">
            <a:spLocks noGrp="1"/>
          </p:cNvSpPr>
          <p:nvPr>
            <p:ph type="title" idx="4294967295"/>
          </p:nvPr>
        </p:nvSpPr>
        <p:spPr>
          <a:xfrm>
            <a:off x="397668" y="38555"/>
            <a:ext cx="10213975" cy="111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</a:pPr>
            <a:r>
              <a:rPr lang="zh-TW" sz="6000"/>
              <a:t>循環流程</a:t>
            </a:r>
            <a:endParaRPr/>
          </a:p>
        </p:txBody>
      </p:sp>
      <p:grpSp>
        <p:nvGrpSpPr>
          <p:cNvPr id="328" name="Google Shape;328;p7"/>
          <p:cNvGrpSpPr/>
          <p:nvPr/>
        </p:nvGrpSpPr>
        <p:grpSpPr>
          <a:xfrm>
            <a:off x="1509904" y="1549400"/>
            <a:ext cx="7606373" cy="4781549"/>
            <a:chOff x="1509904" y="0"/>
            <a:chExt cx="7606373" cy="4781549"/>
          </a:xfrm>
        </p:grpSpPr>
        <p:sp>
          <p:nvSpPr>
            <p:cNvPr id="329" name="Google Shape;329;p7"/>
            <p:cNvSpPr/>
            <p:nvPr/>
          </p:nvSpPr>
          <p:spPr>
            <a:xfrm>
              <a:off x="6466679" y="3251453"/>
              <a:ext cx="2362085" cy="1530096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196"/>
              </a:scheme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 txBox="1"/>
            <p:nvPr/>
          </p:nvSpPr>
          <p:spPr>
            <a:xfrm>
              <a:off x="7208916" y="3667588"/>
              <a:ext cx="1586237" cy="108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儀器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諮詢 </a:t>
              </a:r>
              <a:endParaRPr/>
            </a:p>
            <a:p>
              <a:pPr marL="228600" marR="0" lvl="1" indent="-101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228600" marR="0" lvl="1" indent="-101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1509904" y="2486834"/>
              <a:ext cx="3801517" cy="1530096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196"/>
              </a:scheme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1543515" y="2902969"/>
              <a:ext cx="2593839" cy="108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健康食品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美容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保養品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能量產品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炁的食衣住行育樂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代餐 咖啡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日常用品</a:t>
              </a:r>
              <a:endParaRPr/>
            </a:p>
            <a:p>
              <a:pPr marL="228600" marR="0" lvl="1" indent="-101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6179166" y="0"/>
              <a:ext cx="2937111" cy="1530096"/>
            </a:xfrm>
            <a:prstGeom prst="roundRect">
              <a:avLst>
                <a:gd name="adj" fmla="val 10000"/>
              </a:avLst>
            </a:prstGeom>
            <a:solidFill>
              <a:srgbClr val="DAE3E3">
                <a:alpha val="90196"/>
              </a:srgbClr>
            </a:solidFill>
            <a:ln w="9525" cap="flat" cmpd="sng">
              <a:solidFill>
                <a:srgbClr val="767E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 txBox="1"/>
            <p:nvPr/>
          </p:nvSpPr>
          <p:spPr>
            <a:xfrm>
              <a:off x="7093911" y="33611"/>
              <a:ext cx="1988756" cy="108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量測後分類</a:t>
              </a: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 flipH="1">
              <a:off x="2566606" y="0"/>
              <a:ext cx="2454372" cy="1530096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196"/>
              </a:scheme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7"/>
            <p:cNvSpPr txBox="1"/>
            <p:nvPr/>
          </p:nvSpPr>
          <p:spPr>
            <a:xfrm>
              <a:off x="2600217" y="33611"/>
              <a:ext cx="1650838" cy="108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預約老師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386429" y="272548"/>
              <a:ext cx="2070411" cy="20704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7E882C"/>
                </a:gs>
                <a:gs pos="100000">
                  <a:srgbClr val="D5DCA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 txBox="1"/>
            <p:nvPr/>
          </p:nvSpPr>
          <p:spPr>
            <a:xfrm>
              <a:off x="3992838" y="878957"/>
              <a:ext cx="1464002" cy="1464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</a:pPr>
              <a:r>
                <a:rPr lang="zh-TW" sz="3600" b="0" i="0" u="none" strike="noStrike" cap="none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宣傳</a:t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 rot="5400000">
              <a:off x="5552472" y="272548"/>
              <a:ext cx="2070411" cy="20704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7E882C"/>
                </a:gs>
                <a:gs pos="100000">
                  <a:srgbClr val="D5DCA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 txBox="1"/>
            <p:nvPr/>
          </p:nvSpPr>
          <p:spPr>
            <a:xfrm>
              <a:off x="5552472" y="878957"/>
              <a:ext cx="1464002" cy="1464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</a:pPr>
              <a:r>
                <a:rPr lang="zh-TW" sz="3600" b="0" i="0" u="none" strike="noStrike" cap="none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 rot="10800000">
              <a:off x="5552472" y="2438590"/>
              <a:ext cx="2070411" cy="20704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7E882C"/>
                </a:gs>
                <a:gs pos="100000">
                  <a:srgbClr val="D5DCA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 txBox="1"/>
            <p:nvPr/>
          </p:nvSpPr>
          <p:spPr>
            <a:xfrm>
              <a:off x="5552472" y="2438590"/>
              <a:ext cx="1464002" cy="1464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</a:pPr>
              <a:r>
                <a:rPr lang="zh-TW" sz="3600" b="0" i="0" u="none" strike="noStrike" cap="none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 rot="-5400000">
              <a:off x="3386429" y="2438590"/>
              <a:ext cx="2070411" cy="20704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7E882C"/>
                </a:gs>
                <a:gs pos="100000">
                  <a:srgbClr val="D5DCA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 txBox="1"/>
            <p:nvPr/>
          </p:nvSpPr>
          <p:spPr>
            <a:xfrm>
              <a:off x="3992838" y="2438590"/>
              <a:ext cx="1464002" cy="1464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</a:pPr>
              <a:r>
                <a:rPr lang="zh-TW" sz="3600" b="0" i="0" u="none" strike="noStrike" cap="none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產品</a:t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5147235" y="1960435"/>
              <a:ext cx="714841" cy="6216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BCBFA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10800000">
              <a:off x="5147235" y="2199513"/>
              <a:ext cx="714841" cy="6216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BCBFA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7" name="Google Shape;347;p7" descr="一張含有 文字, 室內, 地板, 門 的圖片&#10;&#10;AI 產生的內容可能不正確。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8449" y="3313977"/>
            <a:ext cx="3090497" cy="3276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7"/>
          <p:cNvPicPr preferRelativeResize="0"/>
          <p:nvPr/>
        </p:nvPicPr>
        <p:blipFill rotWithShape="1">
          <a:blip r:embed="rId4">
            <a:alphaModFix/>
          </a:blip>
          <a:srcRect l="6387" r="5404" b="-5514"/>
          <a:stretch/>
        </p:blipFill>
        <p:spPr>
          <a:xfrm rot="158416">
            <a:off x="9537427" y="288858"/>
            <a:ext cx="1009056" cy="285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7" descr="一張含有 螢幕擷取畫面, 鮮豔, 圖形 的圖片&#10;&#10;AI 產生的內容可能不正確。"/>
          <p:cNvPicPr preferRelativeResize="0"/>
          <p:nvPr/>
        </p:nvPicPr>
        <p:blipFill rotWithShape="1">
          <a:blip r:embed="rId5">
            <a:alphaModFix/>
          </a:blip>
          <a:srcRect t="26385" r="-1196"/>
          <a:stretch/>
        </p:blipFill>
        <p:spPr>
          <a:xfrm>
            <a:off x="211521" y="1121098"/>
            <a:ext cx="2115793" cy="86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521" y="2107705"/>
            <a:ext cx="1415584" cy="1415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7" descr="一張含有 符號, 象徵物, 標誌, 圓形 的圖片&#10;&#10;AI 產生的內容可能不正確。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6889" y="5370467"/>
            <a:ext cx="642424" cy="70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1521" y="3647982"/>
            <a:ext cx="1098873" cy="146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7" descr="一張含有 文字, 箱子, 紅色, 設計 的圖片&#10;&#10;AI 產生的內容可能不正確。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98580" y="5112816"/>
            <a:ext cx="1706067" cy="1168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</p:nvPr>
        </p:nvGraphicFramePr>
        <p:xfrm>
          <a:off x="1" y="0"/>
          <a:ext cx="12042479" cy="8958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8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8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8017">
                <a:tc>
                  <a:txBody>
                    <a:bodyPr/>
                    <a:lstStyle/>
                    <a:p>
                      <a:endParaRPr lang="zh-TW" altLang="en-US" sz="6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6600" dirty="0"/>
                        <a:t>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6600" dirty="0"/>
                        <a:t>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6600" dirty="0"/>
                        <a:t>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6000" dirty="0"/>
                        <a:t>財富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7619">
                <a:tc>
                  <a:txBody>
                    <a:bodyPr/>
                    <a:lstStyle/>
                    <a:p>
                      <a:r>
                        <a:rPr lang="zh-TW" altLang="en-US" sz="6000" dirty="0"/>
                        <a:t>檢測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3200" dirty="0"/>
                    </a:p>
                    <a:p>
                      <a:r>
                        <a:rPr lang="en-US" altLang="zh-TW" sz="3200" dirty="0"/>
                        <a:t>Ai</a:t>
                      </a:r>
                      <a:r>
                        <a:rPr lang="zh-TW" altLang="en-US" sz="3200" dirty="0"/>
                        <a:t>量子量測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線上照片出報告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0710">
                <a:tc>
                  <a:txBody>
                    <a:bodyPr/>
                    <a:lstStyle/>
                    <a:p>
                      <a:r>
                        <a:rPr lang="zh-TW" altLang="en-US" sz="6600" dirty="0"/>
                        <a:t>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產品</a:t>
                      </a:r>
                      <a:r>
                        <a:rPr lang="en-US" altLang="zh-TW" sz="3200" dirty="0"/>
                        <a:t>:</a:t>
                      </a:r>
                    </a:p>
                    <a:p>
                      <a:r>
                        <a:rPr lang="en-US" altLang="zh-TW" sz="3200" dirty="0"/>
                        <a:t>1.</a:t>
                      </a:r>
                      <a:r>
                        <a:rPr lang="zh-TW" altLang="en-US" sz="3200" dirty="0"/>
                        <a:t>整脊</a:t>
                      </a:r>
                      <a:endParaRPr lang="en-US" altLang="zh-TW" sz="3200" dirty="0"/>
                    </a:p>
                    <a:p>
                      <a:r>
                        <a:rPr lang="en-US" altLang="zh-TW" sz="3200" dirty="0"/>
                        <a:t>2.</a:t>
                      </a:r>
                      <a:r>
                        <a:rPr lang="zh-TW" altLang="en-US" sz="3200" dirty="0"/>
                        <a:t>經絡整復</a:t>
                      </a:r>
                      <a:endParaRPr lang="en-US" altLang="zh-TW" sz="3200" dirty="0"/>
                    </a:p>
                    <a:p>
                      <a:r>
                        <a:rPr lang="en-US" altLang="zh-TW" sz="3200" dirty="0"/>
                        <a:t>3.</a:t>
                      </a:r>
                      <a:r>
                        <a:rPr lang="zh-TW" altLang="en-US" sz="3200" dirty="0"/>
                        <a:t>按摩相關</a:t>
                      </a:r>
                      <a:endParaRPr lang="en-US" altLang="zh-TW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/>
                    </a:p>
                    <a:p>
                      <a:r>
                        <a:rPr lang="zh-TW" altLang="en-US" sz="2400" dirty="0"/>
                        <a:t>產品</a:t>
                      </a:r>
                      <a:r>
                        <a:rPr lang="en-US" altLang="zh-TW" sz="2400" dirty="0"/>
                        <a:t>:</a:t>
                      </a:r>
                      <a:r>
                        <a:rPr lang="zh-TW" altLang="en-US" sz="2400" dirty="0"/>
                        <a:t> 諮詢</a:t>
                      </a:r>
                      <a:endParaRPr lang="en-US" altLang="zh-TW" sz="2400" dirty="0"/>
                    </a:p>
                    <a:p>
                      <a:r>
                        <a:rPr lang="zh-TW" altLang="en-US" sz="2400" dirty="0"/>
                        <a:t>算命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/>
                    </a:p>
                    <a:p>
                      <a:r>
                        <a:rPr lang="zh-TW" altLang="en-US" sz="2400" dirty="0"/>
                        <a:t>產品</a:t>
                      </a:r>
                      <a:r>
                        <a:rPr lang="en-US" altLang="zh-TW" sz="2400" dirty="0"/>
                        <a:t>:</a:t>
                      </a:r>
                      <a:r>
                        <a:rPr lang="zh-TW" altLang="en-US" sz="2400" dirty="0"/>
                        <a:t> 諮詢</a:t>
                      </a:r>
                      <a:endParaRPr lang="en-US" altLang="zh-TW" sz="2400" dirty="0"/>
                    </a:p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/>
                    </a:p>
                    <a:p>
                      <a:r>
                        <a:rPr lang="zh-TW" altLang="en-US" dirty="0"/>
                        <a:t>產品</a:t>
                      </a:r>
                      <a:r>
                        <a:rPr lang="en-US" altLang="zh-TW" dirty="0"/>
                        <a:t>:</a:t>
                      </a:r>
                    </a:p>
                    <a:p>
                      <a:r>
                        <a:rPr lang="zh-TW" altLang="en-US" dirty="0"/>
                        <a:t>諮詢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行銷業務課程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手機 招財貼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7619">
                <a:tc>
                  <a:txBody>
                    <a:bodyPr/>
                    <a:lstStyle/>
                    <a:p>
                      <a:r>
                        <a:rPr lang="zh-TW" altLang="en-US" sz="6600" dirty="0"/>
                        <a:t>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產品</a:t>
                      </a:r>
                      <a:r>
                        <a:rPr lang="en-US" altLang="zh-TW" sz="2400" dirty="0"/>
                        <a:t>:</a:t>
                      </a:r>
                    </a:p>
                    <a:p>
                      <a:r>
                        <a:rPr lang="en-US" altLang="zh-TW" sz="2400" dirty="0"/>
                        <a:t>1.</a:t>
                      </a:r>
                      <a:r>
                        <a:rPr lang="zh-TW" altLang="en-US" sz="2400" dirty="0"/>
                        <a:t>能量艙</a:t>
                      </a:r>
                      <a:endParaRPr lang="en-US" altLang="zh-TW" sz="2400" dirty="0"/>
                    </a:p>
                    <a:p>
                      <a:r>
                        <a:rPr lang="en-US" altLang="zh-TW" sz="2400" dirty="0"/>
                        <a:t>2.</a:t>
                      </a:r>
                      <a:r>
                        <a:rPr lang="zh-TW" altLang="en-US" sz="2400" dirty="0"/>
                        <a:t>甕蒸</a:t>
                      </a:r>
                      <a:endParaRPr lang="en-US" altLang="zh-TW" sz="2400" dirty="0"/>
                    </a:p>
                    <a:p>
                      <a:r>
                        <a:rPr lang="en-US" altLang="zh-TW" sz="2400" dirty="0"/>
                        <a:t>3.</a:t>
                      </a:r>
                      <a:r>
                        <a:rPr lang="zh-TW" altLang="en-US" sz="2400" dirty="0"/>
                        <a:t>運動用品</a:t>
                      </a:r>
                      <a:endParaRPr lang="en-US" altLang="zh-TW" sz="2400" dirty="0"/>
                    </a:p>
                    <a:p>
                      <a:r>
                        <a:rPr lang="en-US" altLang="zh-TW" sz="2400" dirty="0"/>
                        <a:t>4.</a:t>
                      </a:r>
                      <a:r>
                        <a:rPr lang="zh-TW" altLang="en-US" sz="2400" dirty="0"/>
                        <a:t>運動課程</a:t>
                      </a:r>
                      <a:endParaRPr lang="en-US" altLang="zh-TW" sz="2400" dirty="0"/>
                    </a:p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產品</a:t>
                      </a:r>
                      <a:r>
                        <a:rPr lang="en-US" altLang="zh-TW" sz="2400" dirty="0"/>
                        <a:t>:</a:t>
                      </a:r>
                    </a:p>
                    <a:p>
                      <a:endParaRPr lang="en-US" altLang="zh-TW" sz="2400" dirty="0"/>
                    </a:p>
                    <a:p>
                      <a:r>
                        <a:rPr lang="zh-TW" altLang="en-US" sz="2400" dirty="0"/>
                        <a:t>鈦缽</a:t>
                      </a:r>
                      <a:endParaRPr lang="en-US" altLang="zh-TW" sz="2400" dirty="0"/>
                    </a:p>
                    <a:p>
                      <a:r>
                        <a:rPr lang="zh-TW" altLang="en-US" sz="2400" dirty="0"/>
                        <a:t>諮詢</a:t>
                      </a:r>
                      <a:endParaRPr lang="en-US" altLang="zh-TW" sz="2400" dirty="0"/>
                    </a:p>
                    <a:p>
                      <a:r>
                        <a:rPr lang="zh-TW" altLang="en-US" sz="2400" dirty="0"/>
                        <a:t>心靈課程</a:t>
                      </a:r>
                      <a:endParaRPr lang="en-US" altLang="zh-TW" sz="2400" dirty="0"/>
                    </a:p>
                    <a:p>
                      <a:endParaRPr lang="en-US" altLang="zh-TW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產品</a:t>
                      </a:r>
                      <a:r>
                        <a:rPr lang="en-US" altLang="zh-TW" sz="2400" dirty="0"/>
                        <a:t>:</a:t>
                      </a:r>
                      <a:r>
                        <a:rPr lang="zh-TW" altLang="en-US" sz="2400" dirty="0"/>
                        <a:t> </a:t>
                      </a:r>
                      <a:endParaRPr lang="en-US" altLang="zh-TW" sz="2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/>
                        <a:t>鈦缽</a:t>
                      </a:r>
                      <a:endParaRPr lang="en-US" altLang="zh-TW" sz="2400" dirty="0"/>
                    </a:p>
                    <a:p>
                      <a:r>
                        <a:rPr lang="zh-TW" altLang="en-US" sz="2400" dirty="0"/>
                        <a:t>音療課程</a:t>
                      </a:r>
                      <a:endParaRPr lang="en-US" altLang="zh-TW" sz="2400" dirty="0"/>
                    </a:p>
                    <a:p>
                      <a:r>
                        <a:rPr lang="zh-TW" altLang="en-US" sz="2400" dirty="0"/>
                        <a:t>法會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/>
                    </a:p>
                    <a:p>
                      <a:r>
                        <a:rPr lang="zh-TW" altLang="en-US" dirty="0"/>
                        <a:t>產品</a:t>
                      </a:r>
                      <a:r>
                        <a:rPr lang="en-US" altLang="zh-TW" dirty="0"/>
                        <a:t>:</a:t>
                      </a:r>
                      <a:r>
                        <a:rPr lang="zh-TW" altLang="en-US" dirty="0"/>
                        <a:t>行銷業務課程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8898">
                <a:tc>
                  <a:txBody>
                    <a:bodyPr/>
                    <a:lstStyle/>
                    <a:p>
                      <a:r>
                        <a:rPr lang="zh-TW" altLang="en-US" sz="6600" dirty="0"/>
                        <a:t>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營養補充</a:t>
                      </a:r>
                      <a:endParaRPr lang="en-US" altLang="zh-TW" sz="2000" dirty="0"/>
                    </a:p>
                    <a:p>
                      <a:r>
                        <a:rPr lang="zh-TW" altLang="en-US" sz="2000" dirty="0"/>
                        <a:t>葉醫師產品</a:t>
                      </a:r>
                      <a:endParaRPr lang="en-US" altLang="zh-TW" sz="2000" dirty="0"/>
                    </a:p>
                    <a:p>
                      <a:r>
                        <a:rPr lang="zh-TW" altLang="en-US" sz="2000" dirty="0"/>
                        <a:t>有機蔬菜</a:t>
                      </a:r>
                      <a:endParaRPr lang="en-US" altLang="zh-TW" sz="2000" dirty="0"/>
                    </a:p>
                    <a:p>
                      <a:r>
                        <a:rPr lang="zh-TW" altLang="en-US" sz="2000" dirty="0"/>
                        <a:t>能量咖啡 飲料</a:t>
                      </a:r>
                      <a:endParaRPr lang="en-US" altLang="zh-TW" sz="2000" dirty="0"/>
                    </a:p>
                    <a:p>
                      <a:r>
                        <a:rPr lang="zh-TW" altLang="en-US" sz="2000" dirty="0"/>
                        <a:t>能量水壺</a:t>
                      </a:r>
                      <a:endParaRPr lang="en-US" altLang="zh-TW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產品</a:t>
                      </a:r>
                      <a:r>
                        <a:rPr lang="en-US" altLang="zh-TW" sz="2000" dirty="0"/>
                        <a:t>:</a:t>
                      </a:r>
                    </a:p>
                    <a:p>
                      <a:r>
                        <a:rPr lang="zh-TW" altLang="en-US" sz="2000" dirty="0"/>
                        <a:t>心靈課程</a:t>
                      </a:r>
                      <a:endParaRPr lang="en-US" altLang="zh-TW" sz="2000" dirty="0"/>
                    </a:p>
                    <a:p>
                      <a:r>
                        <a:rPr lang="zh-TW" altLang="en-US" sz="2000" dirty="0"/>
                        <a:t>陪聊</a:t>
                      </a:r>
                      <a:endParaRPr lang="en-US" altLang="zh-TW" sz="2000" dirty="0"/>
                    </a:p>
                    <a:p>
                      <a:r>
                        <a:rPr lang="zh-TW" altLang="en-US" sz="2000" dirty="0"/>
                        <a:t>學員社群</a:t>
                      </a:r>
                      <a:endParaRPr lang="en-US" altLang="zh-TW" sz="2000" dirty="0"/>
                    </a:p>
                    <a:p>
                      <a:r>
                        <a:rPr lang="zh-TW" altLang="en-US" sz="2000" dirty="0"/>
                        <a:t>每週回來一次</a:t>
                      </a:r>
                      <a:endParaRPr lang="en-US" altLang="zh-TW" sz="2000" dirty="0"/>
                    </a:p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產品</a:t>
                      </a:r>
                      <a:r>
                        <a:rPr lang="en-US" altLang="zh-TW" sz="2000" dirty="0"/>
                        <a:t>:</a:t>
                      </a:r>
                    </a:p>
                    <a:p>
                      <a:r>
                        <a:rPr lang="en-US" altLang="zh-TW" sz="2000" dirty="0"/>
                        <a:t>1.</a:t>
                      </a:r>
                      <a:r>
                        <a:rPr lang="zh-TW" altLang="en-US" sz="2000" dirty="0"/>
                        <a:t>量子能量補充卡</a:t>
                      </a:r>
                      <a:endParaRPr lang="en-US" altLang="zh-TW" sz="2000" dirty="0"/>
                    </a:p>
                    <a:p>
                      <a:r>
                        <a:rPr lang="en-US" altLang="zh-TW" sz="2000" dirty="0"/>
                        <a:t>(</a:t>
                      </a:r>
                      <a:r>
                        <a:rPr lang="zh-TW" altLang="en-US" sz="2000" dirty="0"/>
                        <a:t>晶圓鍊</a:t>
                      </a:r>
                      <a:r>
                        <a:rPr lang="en-US" altLang="zh-TW" sz="2000" dirty="0"/>
                        <a:t>)</a:t>
                      </a:r>
                    </a:p>
                    <a:p>
                      <a:r>
                        <a:rPr lang="en-US" altLang="zh-TW" sz="2000" dirty="0"/>
                        <a:t>2.</a:t>
                      </a:r>
                      <a:r>
                        <a:rPr lang="zh-TW" altLang="en-US" sz="2000" dirty="0"/>
                        <a:t>能量水</a:t>
                      </a:r>
                      <a:endParaRPr lang="en-US" altLang="zh-TW" sz="2000" dirty="0"/>
                    </a:p>
                    <a:p>
                      <a:r>
                        <a:rPr lang="en-US" altLang="zh-TW" sz="2000" dirty="0"/>
                        <a:t>3.</a:t>
                      </a:r>
                      <a:r>
                        <a:rPr lang="zh-TW" altLang="en-US" sz="2000" dirty="0"/>
                        <a:t>衣服</a:t>
                      </a:r>
                      <a:endParaRPr lang="en-US" altLang="zh-TW" sz="2000" dirty="0"/>
                    </a:p>
                    <a:p>
                      <a:endParaRPr lang="en-US" altLang="zh-TW" sz="2000" dirty="0"/>
                    </a:p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產品</a:t>
                      </a:r>
                      <a:r>
                        <a:rPr lang="en-US" altLang="zh-TW" dirty="0"/>
                        <a:t>:</a:t>
                      </a:r>
                      <a:r>
                        <a:rPr lang="zh-TW" altLang="en-US" dirty="0"/>
                        <a:t>行銷業務課程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11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>
            <a:spLocks noGrp="1"/>
          </p:cNvSpPr>
          <p:nvPr>
            <p:ph type="title"/>
          </p:nvPr>
        </p:nvSpPr>
        <p:spPr>
          <a:xfrm>
            <a:off x="192004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/>
              <a:t>身心靈一站式服務培訓系統</a:t>
            </a:r>
            <a:endParaRPr/>
          </a:p>
        </p:txBody>
      </p:sp>
      <p:grpSp>
        <p:nvGrpSpPr>
          <p:cNvPr id="359" name="Google Shape;359;p8"/>
          <p:cNvGrpSpPr/>
          <p:nvPr/>
        </p:nvGrpSpPr>
        <p:grpSpPr>
          <a:xfrm>
            <a:off x="1140021" y="1870429"/>
            <a:ext cx="10747148" cy="3990972"/>
            <a:chOff x="112825" y="996598"/>
            <a:chExt cx="10747148" cy="3990972"/>
          </a:xfrm>
        </p:grpSpPr>
        <p:sp>
          <p:nvSpPr>
            <p:cNvPr id="360" name="Google Shape;360;p8"/>
            <p:cNvSpPr/>
            <p:nvPr/>
          </p:nvSpPr>
          <p:spPr>
            <a:xfrm>
              <a:off x="9740310" y="3385512"/>
              <a:ext cx="91440" cy="53544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w="25400" cap="flat" cmpd="sng">
              <a:solidFill>
                <a:srgbClr val="6971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5486400" y="1923332"/>
              <a:ext cx="4299630" cy="53544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71538"/>
                  </a:lnTo>
                  <a:lnTo>
                    <a:pt x="120000" y="71538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5D63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6965706" y="3385512"/>
              <a:ext cx="91440" cy="53544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71538"/>
                  </a:lnTo>
                  <a:lnTo>
                    <a:pt x="177448" y="71538"/>
                  </a:lnTo>
                  <a:lnTo>
                    <a:pt x="177448" y="120000"/>
                  </a:lnTo>
                </a:path>
              </a:pathLst>
            </a:custGeom>
            <a:noFill/>
            <a:ln w="25400" cap="flat" cmpd="sng">
              <a:solidFill>
                <a:srgbClr val="6971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5486400" y="1923332"/>
              <a:ext cx="1525026" cy="53544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71538"/>
                  </a:lnTo>
                  <a:lnTo>
                    <a:pt x="120000" y="71538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5D63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3777267" y="3385512"/>
              <a:ext cx="91440" cy="53544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71538"/>
                  </a:lnTo>
                  <a:lnTo>
                    <a:pt x="177448" y="71538"/>
                  </a:lnTo>
                  <a:lnTo>
                    <a:pt x="177448" y="120000"/>
                  </a:lnTo>
                </a:path>
              </a:pathLst>
            </a:custGeom>
            <a:noFill/>
            <a:ln w="25400" cap="flat" cmpd="sng">
              <a:solidFill>
                <a:srgbClr val="6971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3822987" y="1923332"/>
              <a:ext cx="1663412" cy="53544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71538"/>
                  </a:lnTo>
                  <a:lnTo>
                    <a:pt x="0" y="71538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5D63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962058" y="3385512"/>
              <a:ext cx="91440" cy="53544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w="25400" cap="flat" cmpd="sng">
              <a:solidFill>
                <a:srgbClr val="6971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1007778" y="1923332"/>
              <a:ext cx="4478621" cy="53544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71538"/>
                  </a:lnTo>
                  <a:lnTo>
                    <a:pt x="0" y="71538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5D63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4296944" y="996598"/>
              <a:ext cx="2378910" cy="926734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 txBox="1"/>
            <p:nvPr/>
          </p:nvSpPr>
          <p:spPr>
            <a:xfrm>
              <a:off x="4296944" y="996598"/>
              <a:ext cx="2378910" cy="92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zh-TW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身心靈整合平台</a:t>
              </a: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4949428" y="171739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4949428" y="171739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整合一致性</a:t>
              </a: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112825" y="2458778"/>
              <a:ext cx="1789906" cy="926734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8"/>
            <p:cNvSpPr txBox="1"/>
            <p:nvPr/>
          </p:nvSpPr>
          <p:spPr>
            <a:xfrm>
              <a:off x="112825" y="2458778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zh-TW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宣傳</a:t>
              </a: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379226" y="315702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8"/>
            <p:cNvSpPr txBox="1"/>
            <p:nvPr/>
          </p:nvSpPr>
          <p:spPr>
            <a:xfrm>
              <a:off x="379226" y="315702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流量</a:t>
              </a: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2825" y="3920959"/>
              <a:ext cx="1789906" cy="926734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8"/>
            <p:cNvSpPr txBox="1"/>
            <p:nvPr/>
          </p:nvSpPr>
          <p:spPr>
            <a:xfrm>
              <a:off x="112825" y="3920959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zh-TW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行銷與業務培訓</a:t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470807" y="4641752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 txBox="1"/>
            <p:nvPr/>
          </p:nvSpPr>
          <p:spPr>
            <a:xfrm>
              <a:off x="470807" y="4641752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流量變現</a:t>
              </a: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2928033" y="2458778"/>
              <a:ext cx="1789906" cy="926734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8"/>
            <p:cNvSpPr txBox="1"/>
            <p:nvPr/>
          </p:nvSpPr>
          <p:spPr>
            <a:xfrm>
              <a:off x="2928033" y="2458778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zh-TW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量測</a:t>
              </a: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3286015" y="317957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3286015" y="317957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可數據化</a:t>
              </a: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2514198" y="3920959"/>
              <a:ext cx="2796567" cy="926734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8"/>
            <p:cNvSpPr txBox="1"/>
            <p:nvPr/>
          </p:nvSpPr>
          <p:spPr>
            <a:xfrm>
              <a:off x="2514198" y="3920959"/>
              <a:ext cx="2796567" cy="92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zh-TW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AI身心靈檢測</a:t>
              </a: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3375510" y="4641752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3375510" y="4641752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身心靈量測</a:t>
              </a: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6116473" y="2458778"/>
              <a:ext cx="1789906" cy="926734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8"/>
            <p:cNvSpPr txBox="1"/>
            <p:nvPr/>
          </p:nvSpPr>
          <p:spPr>
            <a:xfrm>
              <a:off x="6116473" y="2458778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zh-TW" sz="2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諮詢/課程</a:t>
              </a: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6474454" y="317957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8"/>
            <p:cNvSpPr txBox="1"/>
            <p:nvPr/>
          </p:nvSpPr>
          <p:spPr>
            <a:xfrm>
              <a:off x="6474454" y="317957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獨特技術諮詢</a:t>
              </a: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5743241" y="3920959"/>
              <a:ext cx="2715359" cy="1000548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8"/>
            <p:cNvSpPr txBox="1"/>
            <p:nvPr/>
          </p:nvSpPr>
          <p:spPr>
            <a:xfrm>
              <a:off x="5743241" y="3920959"/>
              <a:ext cx="2715359" cy="1000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Microsoft JhengHei"/>
                <a:buNone/>
              </a:pPr>
              <a:r>
                <a:rPr lang="zh-TW" sz="2400" b="0" i="0" u="none" strike="noStrike" cap="none">
                  <a:solidFill>
                    <a:schemeClr val="l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身心靈老師培訓</a:t>
              </a:r>
              <a:endParaRPr sz="2400" b="0" i="0" u="none" strike="noStrik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63949" y="4678659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 txBox="1"/>
            <p:nvPr/>
          </p:nvSpPr>
          <p:spPr>
            <a:xfrm>
              <a:off x="6563949" y="4678659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175" tIns="10775" rIns="43175" bIns="1077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zh-TW" sz="1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可複製靈性提升</a:t>
              </a: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8891077" y="2458778"/>
              <a:ext cx="1789906" cy="926734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8"/>
            <p:cNvSpPr txBox="1"/>
            <p:nvPr/>
          </p:nvSpPr>
          <p:spPr>
            <a:xfrm>
              <a:off x="8891077" y="2458778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zh-TW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產品</a:t>
              </a: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9249058" y="3179571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8"/>
            <p:cNvSpPr txBox="1"/>
            <p:nvPr/>
          </p:nvSpPr>
          <p:spPr>
            <a:xfrm>
              <a:off x="9249058" y="3179571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建議顧客所需</a:t>
              </a: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8891077" y="3920959"/>
              <a:ext cx="1789906" cy="926734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8"/>
            <p:cNvSpPr txBox="1"/>
            <p:nvPr/>
          </p:nvSpPr>
          <p:spPr>
            <a:xfrm>
              <a:off x="8891077" y="3920959"/>
              <a:ext cx="1789906" cy="926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875" tIns="15875" rIns="15875" bIns="130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zh-TW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產品培訓</a:t>
              </a: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9249058" y="4641752"/>
              <a:ext cx="1610915" cy="3089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8"/>
            <p:cNvSpPr txBox="1"/>
            <p:nvPr/>
          </p:nvSpPr>
          <p:spPr>
            <a:xfrm>
              <a:off x="9249058" y="4641752"/>
              <a:ext cx="1610915" cy="308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zh-TW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獨特產品</a:t>
              </a:r>
              <a:endParaRPr/>
            </a:p>
          </p:txBody>
        </p:sp>
      </p:grpSp>
      <p:sp>
        <p:nvSpPr>
          <p:cNvPr id="404" name="Google Shape;404;p8"/>
          <p:cNvSpPr/>
          <p:nvPr/>
        </p:nvSpPr>
        <p:spPr>
          <a:xfrm>
            <a:off x="6120851" y="3613397"/>
            <a:ext cx="628073" cy="461818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E882C"/>
              </a:gs>
              <a:gs pos="100000">
                <a:srgbClr val="D5DCAB"/>
              </a:gs>
            </a:gsLst>
            <a:lin ang="16200000" scaled="0"/>
          </a:gradFill>
          <a:ln w="9525" cap="flat" cmpd="sng">
            <a:solidFill>
              <a:srgbClr val="747C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9151159" y="3538790"/>
            <a:ext cx="749113" cy="43048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E882C"/>
              </a:gs>
              <a:gs pos="100000">
                <a:srgbClr val="D5DCAB"/>
              </a:gs>
            </a:gsLst>
            <a:lin ang="16200000" scaled="0"/>
          </a:gradFill>
          <a:ln w="9525" cap="flat" cmpd="sng">
            <a:solidFill>
              <a:srgbClr val="747C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-27179" y="2202426"/>
            <a:ext cx="2108749" cy="983224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5400" cap="flat" cmpd="sng">
            <a:solidFill>
              <a:srgbClr val="3135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Microsoft JhengHei"/>
              <a:buNone/>
            </a:pPr>
            <a:r>
              <a:rPr lang="zh-TW" sz="36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客戶流程</a:t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0" y="5863701"/>
            <a:ext cx="2212257" cy="91072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5400" cap="flat" cmpd="sng">
            <a:solidFill>
              <a:srgbClr val="3135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Microsoft JhengHei"/>
              <a:buNone/>
            </a:pPr>
            <a:r>
              <a:rPr lang="zh-TW" sz="36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培訓系統</a:t>
            </a:r>
            <a:endParaRPr/>
          </a:p>
        </p:txBody>
      </p:sp>
      <p:sp>
        <p:nvSpPr>
          <p:cNvPr id="408" name="Google Shape;408;p8"/>
          <p:cNvSpPr/>
          <p:nvPr/>
        </p:nvSpPr>
        <p:spPr>
          <a:xfrm>
            <a:off x="3090543" y="3538790"/>
            <a:ext cx="628073" cy="461818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E882C"/>
              </a:gs>
              <a:gs pos="100000">
                <a:srgbClr val="D5DCAB"/>
              </a:gs>
            </a:gsLst>
            <a:lin ang="16200000" scaled="0"/>
          </a:gradFill>
          <a:ln w="9525" cap="flat" cmpd="sng">
            <a:solidFill>
              <a:srgbClr val="747C3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9"/>
          <p:cNvSpPr txBox="1">
            <a:spLocks noGrp="1"/>
          </p:cNvSpPr>
          <p:nvPr>
            <p:ph type="title"/>
          </p:nvPr>
        </p:nvSpPr>
        <p:spPr>
          <a:xfrm>
            <a:off x="13803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代理商的收入來源</a:t>
            </a:r>
            <a:endParaRPr/>
          </a:p>
        </p:txBody>
      </p:sp>
      <p:sp>
        <p:nvSpPr>
          <p:cNvPr id="414" name="Google Shape;414;p9"/>
          <p:cNvSpPr txBox="1">
            <a:spLocks noGrp="1"/>
          </p:cNvSpPr>
          <p:nvPr>
            <p:ph type="body" idx="1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graphicFrame>
        <p:nvGraphicFramePr>
          <p:cNvPr id="415" name="Google Shape;415;p9"/>
          <p:cNvGraphicFramePr/>
          <p:nvPr/>
        </p:nvGraphicFramePr>
        <p:xfrm>
          <a:off x="483079" y="112143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{A754F8F5-36B7-44C0-9F52-DE82DA163C9A}</a:tableStyleId>
              </a:tblPr>
              <a:tblGrid>
                <a:gridCol w="357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u="none" strike="noStrike" cap="none"/>
                        <a:t>權利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利潤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IFEEL 量測儀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一．所有產品代理權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一．產品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一.單機版 20萬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二．所有課程與系統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zh-TW" sz="1800"/>
                        <a:t>二．課程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二.雲端版 2,8萬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zh-TW" sz="1800"/>
                        <a:t>三．諮詢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 三.連鎖通路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三．經紀人的權限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zh-TW" sz="1800"/>
                        <a:t>四．直播主流量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四.國家政府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zh-TW" sz="1800"/>
                        <a:t>五．ＯＤＭ訂單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五.報告收入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六.廣告方案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六.結合產品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七.行銷方案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"/>
          <p:cNvSpPr txBox="1">
            <a:spLocks noGrp="1"/>
          </p:cNvSpPr>
          <p:nvPr>
            <p:ph type="title"/>
          </p:nvPr>
        </p:nvSpPr>
        <p:spPr>
          <a:xfrm>
            <a:off x="989399" y="395289"/>
            <a:ext cx="10213201" cy="111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 三年計畫 </a:t>
            </a:r>
            <a:endParaRPr/>
          </a:p>
        </p:txBody>
      </p:sp>
      <p:sp>
        <p:nvSpPr>
          <p:cNvPr id="421" name="Google Shape;421;p1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</a:pPr>
            <a:r>
              <a:rPr lang="zh-TW" sz="3600"/>
              <a:t>第一年,培訓,練兵練功,就像培養一個身心靈老師偶像團體一樣</a:t>
            </a:r>
            <a:endParaRPr/>
          </a:p>
          <a:p>
            <a:pPr marL="4572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</a:pPr>
            <a:r>
              <a:rPr lang="zh-TW" sz="3600"/>
              <a:t>第二年,培訓+產品, 賺錢 開說明會 </a:t>
            </a:r>
            <a:endParaRPr/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sz="3600"/>
          </a:p>
          <a:p>
            <a:pPr marL="4572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</a:pPr>
            <a:r>
              <a:rPr lang="zh-TW" sz="3600"/>
              <a:t>第三年,培訓+產品+大量開店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11"/>
          <p:cNvGrpSpPr/>
          <p:nvPr/>
        </p:nvGrpSpPr>
        <p:grpSpPr>
          <a:xfrm>
            <a:off x="129160" y="552560"/>
            <a:ext cx="12077453" cy="4022724"/>
            <a:chOff x="129160" y="380031"/>
            <a:chExt cx="12077453" cy="4022724"/>
          </a:xfrm>
        </p:grpSpPr>
        <p:sp>
          <p:nvSpPr>
            <p:cNvPr id="427" name="Google Shape;427;p11"/>
            <p:cNvSpPr/>
            <p:nvPr/>
          </p:nvSpPr>
          <p:spPr>
            <a:xfrm>
              <a:off x="5792923" y="1371147"/>
              <a:ext cx="290057" cy="9476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6082980" y="1371147"/>
              <a:ext cx="5104754" cy="189520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07010"/>
                  </a:lnTo>
                  <a:lnTo>
                    <a:pt x="120000" y="10701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6082980" y="1371147"/>
              <a:ext cx="2212367" cy="189520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07010"/>
                  </a:lnTo>
                  <a:lnTo>
                    <a:pt x="120000" y="10701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5894774" y="1371147"/>
              <a:ext cx="188205" cy="189133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06984"/>
                  </a:lnTo>
                  <a:lnTo>
                    <a:pt x="0" y="106984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3464341" y="1371147"/>
              <a:ext cx="2618639" cy="189520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07010"/>
                  </a:lnTo>
                  <a:lnTo>
                    <a:pt x="0" y="10701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1167066" y="1371147"/>
              <a:ext cx="4915913" cy="189520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07010"/>
                  </a:lnTo>
                  <a:lnTo>
                    <a:pt x="0" y="10701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8113382" y="380031"/>
              <a:ext cx="1698132" cy="879217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1"/>
            <p:cNvSpPr txBox="1"/>
            <p:nvPr/>
          </p:nvSpPr>
          <p:spPr>
            <a:xfrm>
              <a:off x="8113382" y="380031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4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陳老師</a:t>
              </a: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8433028" y="1025608"/>
              <a:ext cx="2235089" cy="537726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1"/>
            <p:cNvSpPr txBox="1"/>
            <p:nvPr/>
          </p:nvSpPr>
          <p:spPr>
            <a:xfrm>
              <a:off x="8433028" y="1025608"/>
              <a:ext cx="2235089" cy="5377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12700" rIns="50800" bIns="12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最高隱藏顧問</a:t>
              </a: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5233914" y="491929"/>
              <a:ext cx="1698132" cy="879217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1"/>
            <p:cNvSpPr txBox="1"/>
            <p:nvPr/>
          </p:nvSpPr>
          <p:spPr>
            <a:xfrm>
              <a:off x="5233914" y="49192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4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真XX集團</a:t>
              </a:r>
              <a:endParaRPr/>
            </a:p>
          </p:txBody>
        </p:sp>
        <p:sp>
          <p:nvSpPr>
            <p:cNvPr id="439" name="Google Shape;439;p11"/>
            <p:cNvSpPr/>
            <p:nvPr/>
          </p:nvSpPr>
          <p:spPr>
            <a:xfrm>
              <a:off x="5573540" y="117576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1"/>
            <p:cNvSpPr txBox="1"/>
            <p:nvPr/>
          </p:nvSpPr>
          <p:spPr>
            <a:xfrm>
              <a:off x="5573540" y="117576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12700" rIns="50800" bIns="12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129160" y="3266349"/>
              <a:ext cx="2075813" cy="1136406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1"/>
            <p:cNvSpPr txBox="1"/>
            <p:nvPr/>
          </p:nvSpPr>
          <p:spPr>
            <a:xfrm>
              <a:off x="129160" y="3266349"/>
              <a:ext cx="2075813" cy="11364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4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TIKTOK公會ˋ</a:t>
              </a:r>
              <a:endParaRPr/>
            </a:p>
          </p:txBody>
        </p:sp>
        <p:sp>
          <p:nvSpPr>
            <p:cNvPr id="443" name="Google Shape;443;p11"/>
            <p:cNvSpPr/>
            <p:nvPr/>
          </p:nvSpPr>
          <p:spPr>
            <a:xfrm>
              <a:off x="657627" y="4078779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1"/>
            <p:cNvSpPr txBox="1"/>
            <p:nvPr/>
          </p:nvSpPr>
          <p:spPr>
            <a:xfrm>
              <a:off x="657627" y="4078779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12700" rIns="50800" bIns="12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流量來源</a:t>
              </a:r>
              <a:endParaRPr/>
            </a:p>
          </p:txBody>
        </p:sp>
        <p:sp>
          <p:nvSpPr>
            <p:cNvPr id="445" name="Google Shape;445;p11"/>
            <p:cNvSpPr/>
            <p:nvPr/>
          </p:nvSpPr>
          <p:spPr>
            <a:xfrm>
              <a:off x="2615275" y="3266349"/>
              <a:ext cx="1698132" cy="879217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1"/>
            <p:cNvSpPr txBox="1"/>
            <p:nvPr/>
          </p:nvSpPr>
          <p:spPr>
            <a:xfrm>
              <a:off x="2615275" y="326634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4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真XX身心靈平台</a:t>
              </a:r>
              <a:endParaRPr/>
            </a:p>
          </p:txBody>
        </p:sp>
        <p:sp>
          <p:nvSpPr>
            <p:cNvPr id="447" name="Google Shape;447;p11"/>
            <p:cNvSpPr/>
            <p:nvPr/>
          </p:nvSpPr>
          <p:spPr>
            <a:xfrm>
              <a:off x="2954901" y="395018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1"/>
            <p:cNvSpPr txBox="1"/>
            <p:nvPr/>
          </p:nvSpPr>
          <p:spPr>
            <a:xfrm>
              <a:off x="2954901" y="395018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12700" rIns="50800" bIns="12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第一品牌</a:t>
              </a:r>
              <a:endParaRPr/>
            </a:p>
          </p:txBody>
        </p:sp>
        <p:sp>
          <p:nvSpPr>
            <p:cNvPr id="449" name="Google Shape;449;p11"/>
            <p:cNvSpPr/>
            <p:nvPr/>
          </p:nvSpPr>
          <p:spPr>
            <a:xfrm>
              <a:off x="5045708" y="3262481"/>
              <a:ext cx="1698132" cy="879217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1"/>
            <p:cNvSpPr txBox="1"/>
            <p:nvPr/>
          </p:nvSpPr>
          <p:spPr>
            <a:xfrm>
              <a:off x="5045708" y="3262481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4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真XX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社群媒體</a:t>
              </a:r>
              <a:endParaRPr/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5233148" y="395018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1"/>
            <p:cNvSpPr txBox="1"/>
            <p:nvPr/>
          </p:nvSpPr>
          <p:spPr>
            <a:xfrm>
              <a:off x="5233148" y="395018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12700" rIns="50800" bIns="12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真的facebook</a:t>
              </a:r>
              <a:endPara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3" name="Google Shape;453;p11"/>
            <p:cNvSpPr/>
            <p:nvPr/>
          </p:nvSpPr>
          <p:spPr>
            <a:xfrm>
              <a:off x="7446282" y="3266349"/>
              <a:ext cx="1698132" cy="879217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1"/>
            <p:cNvSpPr txBox="1"/>
            <p:nvPr/>
          </p:nvSpPr>
          <p:spPr>
            <a:xfrm>
              <a:off x="7446282" y="326634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4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產品製造</a:t>
              </a:r>
              <a:endPara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5" name="Google Shape;455;p11"/>
            <p:cNvSpPr/>
            <p:nvPr/>
          </p:nvSpPr>
          <p:spPr>
            <a:xfrm>
              <a:off x="7171768" y="3927720"/>
              <a:ext cx="2756598" cy="338003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1"/>
            <p:cNvSpPr txBox="1"/>
            <p:nvPr/>
          </p:nvSpPr>
          <p:spPr>
            <a:xfrm>
              <a:off x="7171768" y="3927720"/>
              <a:ext cx="2756598" cy="338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12700" rIns="50800" bIns="12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量子能量&amp;訊息製造廠</a:t>
              </a:r>
              <a:endParaRPr/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10338668" y="3266349"/>
              <a:ext cx="1698132" cy="879217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1"/>
            <p:cNvSpPr txBox="1"/>
            <p:nvPr/>
          </p:nvSpPr>
          <p:spPr>
            <a:xfrm>
              <a:off x="10338668" y="326634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4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健康食品</a:t>
              </a:r>
              <a:endParaRPr/>
            </a:p>
          </p:txBody>
        </p:sp>
        <p:sp>
          <p:nvSpPr>
            <p:cNvPr id="459" name="Google Shape;459;p11"/>
            <p:cNvSpPr/>
            <p:nvPr/>
          </p:nvSpPr>
          <p:spPr>
            <a:xfrm>
              <a:off x="10678295" y="395018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1"/>
            <p:cNvSpPr txBox="1"/>
            <p:nvPr/>
          </p:nvSpPr>
          <p:spPr>
            <a:xfrm>
              <a:off x="10678295" y="395018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12700" rIns="50800" bIns="12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專利</a:t>
              </a:r>
              <a:endParaRPr/>
            </a:p>
          </p:txBody>
        </p:sp>
        <p:sp>
          <p:nvSpPr>
            <p:cNvPr id="461" name="Google Shape;461;p11"/>
            <p:cNvSpPr/>
            <p:nvPr/>
          </p:nvSpPr>
          <p:spPr>
            <a:xfrm>
              <a:off x="4094790" y="1879139"/>
              <a:ext cx="1698132" cy="879217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1"/>
            <p:cNvSpPr txBox="1"/>
            <p:nvPr/>
          </p:nvSpPr>
          <p:spPr>
            <a:xfrm>
              <a:off x="4094790" y="1879139"/>
              <a:ext cx="1698132" cy="879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124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CEO</a:t>
              </a:r>
              <a:endPara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3" name="Google Shape;463;p11"/>
            <p:cNvSpPr/>
            <p:nvPr/>
          </p:nvSpPr>
          <p:spPr>
            <a:xfrm>
              <a:off x="4434417" y="2562975"/>
              <a:ext cx="1528318" cy="293072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1"/>
            <p:cNvSpPr txBox="1"/>
            <p:nvPr/>
          </p:nvSpPr>
          <p:spPr>
            <a:xfrm>
              <a:off x="4434417" y="2562975"/>
              <a:ext cx="1528318" cy="293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12700" rIns="50800" bIns="12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65" name="Google Shape;465;p11"/>
          <p:cNvSpPr/>
          <p:nvPr/>
        </p:nvSpPr>
        <p:spPr>
          <a:xfrm>
            <a:off x="2448038" y="3795660"/>
            <a:ext cx="534838" cy="29329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4CC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6" name="Google Shape;466;p11"/>
          <p:cNvSpPr/>
          <p:nvPr/>
        </p:nvSpPr>
        <p:spPr>
          <a:xfrm rot="10800000">
            <a:off x="4633398" y="3735269"/>
            <a:ext cx="621102" cy="35368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4CC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2593210" y="4831582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9675" tIns="19675" rIns="19675" bIns="1538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lang="zh-TW" sz="3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存量</a:t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342646" y="5457972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9675" tIns="19675" rIns="19675" bIns="1538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lang="zh-TW" sz="3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流量</a:t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7239510" y="4522175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9675" tIns="19675" rIns="19675" bIns="1538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lang="zh-TW" sz="3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能量</a:t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4843774" y="5540177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9675" tIns="19675" rIns="19675" bIns="1538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lang="zh-TW" sz="3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大量</a:t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9887076" y="5031768"/>
            <a:ext cx="2105392" cy="109007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9675" tIns="19675" rIns="19675" bIns="1538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lang="zh-TW" sz="3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使用量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2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企業架構</a:t>
            </a:r>
            <a:endParaRPr/>
          </a:p>
        </p:txBody>
      </p:sp>
      <p:grpSp>
        <p:nvGrpSpPr>
          <p:cNvPr id="477" name="Google Shape;477;p12"/>
          <p:cNvGrpSpPr/>
          <p:nvPr/>
        </p:nvGrpSpPr>
        <p:grpSpPr>
          <a:xfrm>
            <a:off x="271354" y="1444196"/>
            <a:ext cx="11640574" cy="4257365"/>
            <a:chOff x="113293" y="426278"/>
            <a:chExt cx="11640574" cy="4257365"/>
          </a:xfrm>
        </p:grpSpPr>
        <p:sp>
          <p:nvSpPr>
            <p:cNvPr id="478" name="Google Shape;478;p12"/>
            <p:cNvSpPr/>
            <p:nvPr/>
          </p:nvSpPr>
          <p:spPr>
            <a:xfrm>
              <a:off x="5253658" y="1000750"/>
              <a:ext cx="189520" cy="6191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9" name="Google Shape;479;p12"/>
            <p:cNvSpPr/>
            <p:nvPr/>
          </p:nvSpPr>
          <p:spPr>
            <a:xfrm>
              <a:off x="9488605" y="2813527"/>
              <a:ext cx="1599536" cy="3461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73534"/>
                  </a:lnTo>
                  <a:lnTo>
                    <a:pt x="120000" y="73534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0" name="Google Shape;480;p12"/>
            <p:cNvSpPr/>
            <p:nvPr/>
          </p:nvSpPr>
          <p:spPr>
            <a:xfrm>
              <a:off x="9488605" y="2813527"/>
              <a:ext cx="110954" cy="3461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73534"/>
                  </a:lnTo>
                  <a:lnTo>
                    <a:pt x="120000" y="73534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1" name="Google Shape;481;p12"/>
            <p:cNvSpPr/>
            <p:nvPr/>
          </p:nvSpPr>
          <p:spPr>
            <a:xfrm>
              <a:off x="8110977" y="2813527"/>
              <a:ext cx="1377628" cy="34616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73534"/>
                  </a:lnTo>
                  <a:lnTo>
                    <a:pt x="0" y="73534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2" name="Google Shape;482;p12"/>
            <p:cNvSpPr/>
            <p:nvPr/>
          </p:nvSpPr>
          <p:spPr>
            <a:xfrm>
              <a:off x="5443179" y="1000750"/>
              <a:ext cx="4045426" cy="12383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07010"/>
                  </a:lnTo>
                  <a:lnTo>
                    <a:pt x="120000" y="107010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3" name="Google Shape;483;p12"/>
            <p:cNvSpPr/>
            <p:nvPr/>
          </p:nvSpPr>
          <p:spPr>
            <a:xfrm>
              <a:off x="5022857" y="2813527"/>
              <a:ext cx="1599536" cy="32542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70572"/>
                  </a:lnTo>
                  <a:lnTo>
                    <a:pt x="120000" y="70572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4" name="Google Shape;484;p12"/>
            <p:cNvSpPr/>
            <p:nvPr/>
          </p:nvSpPr>
          <p:spPr>
            <a:xfrm>
              <a:off x="5022857" y="2813527"/>
              <a:ext cx="110954" cy="32542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70572"/>
                  </a:lnTo>
                  <a:lnTo>
                    <a:pt x="120000" y="70572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5" name="Google Shape;485;p12"/>
            <p:cNvSpPr/>
            <p:nvPr/>
          </p:nvSpPr>
          <p:spPr>
            <a:xfrm>
              <a:off x="3645229" y="3713425"/>
              <a:ext cx="744291" cy="3319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71538"/>
                  </a:lnTo>
                  <a:lnTo>
                    <a:pt x="120000" y="71538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6" name="Google Shape;486;p12"/>
            <p:cNvSpPr/>
            <p:nvPr/>
          </p:nvSpPr>
          <p:spPr>
            <a:xfrm>
              <a:off x="2900938" y="3713425"/>
              <a:ext cx="744291" cy="3319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71538"/>
                  </a:lnTo>
                  <a:lnTo>
                    <a:pt x="0" y="71538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7" name="Google Shape;487;p12"/>
            <p:cNvSpPr/>
            <p:nvPr/>
          </p:nvSpPr>
          <p:spPr>
            <a:xfrm>
              <a:off x="3645229" y="2813527"/>
              <a:ext cx="1377628" cy="32542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70572"/>
                  </a:lnTo>
                  <a:lnTo>
                    <a:pt x="0" y="70572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8" name="Google Shape;488;p12"/>
            <p:cNvSpPr/>
            <p:nvPr/>
          </p:nvSpPr>
          <p:spPr>
            <a:xfrm>
              <a:off x="5022857" y="1000750"/>
              <a:ext cx="420321" cy="12383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07010"/>
                  </a:lnTo>
                  <a:lnTo>
                    <a:pt x="0" y="10701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1301401" y="2813527"/>
              <a:ext cx="855245" cy="34978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74014"/>
                  </a:lnTo>
                  <a:lnTo>
                    <a:pt x="120000" y="74014"/>
                  </a:lnTo>
                  <a:lnTo>
                    <a:pt x="12000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0" name="Google Shape;490;p12"/>
            <p:cNvSpPr/>
            <p:nvPr/>
          </p:nvSpPr>
          <p:spPr>
            <a:xfrm>
              <a:off x="668063" y="2813527"/>
              <a:ext cx="633337" cy="34978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74014"/>
                  </a:lnTo>
                  <a:lnTo>
                    <a:pt x="0" y="74014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91B4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1" name="Google Shape;491;p12"/>
            <p:cNvSpPr/>
            <p:nvPr/>
          </p:nvSpPr>
          <p:spPr>
            <a:xfrm>
              <a:off x="1301401" y="1000750"/>
              <a:ext cx="4141777" cy="123830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107010"/>
                  </a:lnTo>
                  <a:lnTo>
                    <a:pt x="0" y="107010"/>
                  </a:lnTo>
                  <a:lnTo>
                    <a:pt x="0" y="120000"/>
                  </a:lnTo>
                </a:path>
              </a:pathLst>
            </a:custGeom>
            <a:noFill/>
            <a:ln w="25400" cap="flat" cmpd="sng">
              <a:solidFill>
                <a:srgbClr val="809E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2" name="Google Shape;492;p12"/>
            <p:cNvSpPr/>
            <p:nvPr/>
          </p:nvSpPr>
          <p:spPr>
            <a:xfrm>
              <a:off x="4888408" y="426278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2"/>
            <p:cNvSpPr txBox="1"/>
            <p:nvPr/>
          </p:nvSpPr>
          <p:spPr>
            <a:xfrm>
              <a:off x="4888408" y="426278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負責人</a:t>
              </a:r>
              <a:endParaRPr/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5110316" y="873089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2"/>
            <p:cNvSpPr txBox="1"/>
            <p:nvPr/>
          </p:nvSpPr>
          <p:spPr>
            <a:xfrm>
              <a:off x="5110316" y="873089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46630" y="2239055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2"/>
            <p:cNvSpPr txBox="1"/>
            <p:nvPr/>
          </p:nvSpPr>
          <p:spPr>
            <a:xfrm>
              <a:off x="746630" y="2239055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教育</a:t>
              </a:r>
              <a:endParaRPr/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573442" y="2667999"/>
              <a:ext cx="1788779" cy="22722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2"/>
            <p:cNvSpPr txBox="1"/>
            <p:nvPr/>
          </p:nvSpPr>
          <p:spPr>
            <a:xfrm>
              <a:off x="573442" y="2667999"/>
              <a:ext cx="1788779" cy="2272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培訓總監</a:t>
              </a:r>
              <a:endParaRPr/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113293" y="3163310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2"/>
            <p:cNvSpPr txBox="1"/>
            <p:nvPr/>
          </p:nvSpPr>
          <p:spPr>
            <a:xfrm>
              <a:off x="113293" y="3163310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業務培訓</a:t>
              </a:r>
              <a:endParaRPr/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335201" y="3610122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2"/>
            <p:cNvSpPr txBox="1"/>
            <p:nvPr/>
          </p:nvSpPr>
          <p:spPr>
            <a:xfrm>
              <a:off x="335201" y="3610122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1601875" y="3163310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2"/>
            <p:cNvSpPr txBox="1"/>
            <p:nvPr/>
          </p:nvSpPr>
          <p:spPr>
            <a:xfrm>
              <a:off x="1601875" y="3163310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產品培訓</a:t>
              </a:r>
              <a:endParaRPr/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1823784" y="3610122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2"/>
            <p:cNvSpPr txBox="1"/>
            <p:nvPr/>
          </p:nvSpPr>
          <p:spPr>
            <a:xfrm>
              <a:off x="1823784" y="3610122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8" name="Google Shape;508;p12"/>
            <p:cNvSpPr/>
            <p:nvPr/>
          </p:nvSpPr>
          <p:spPr>
            <a:xfrm>
              <a:off x="4468086" y="2239055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2"/>
            <p:cNvSpPr txBox="1"/>
            <p:nvPr/>
          </p:nvSpPr>
          <p:spPr>
            <a:xfrm>
              <a:off x="4468086" y="2239055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行銷</a:t>
              </a:r>
              <a:endParaRPr/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4291284" y="2692356"/>
              <a:ext cx="1796009" cy="178511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2"/>
            <p:cNvSpPr txBox="1"/>
            <p:nvPr/>
          </p:nvSpPr>
          <p:spPr>
            <a:xfrm>
              <a:off x="4291284" y="2692356"/>
              <a:ext cx="1796009" cy="1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行銷總監</a:t>
              </a:r>
              <a:endParaRPr/>
            </a:p>
          </p:txBody>
        </p:sp>
        <p:sp>
          <p:nvSpPr>
            <p:cNvPr id="512" name="Google Shape;512;p12"/>
            <p:cNvSpPr/>
            <p:nvPr/>
          </p:nvSpPr>
          <p:spPr>
            <a:xfrm>
              <a:off x="3090458" y="3138954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2"/>
            <p:cNvSpPr txBox="1"/>
            <p:nvPr/>
          </p:nvSpPr>
          <p:spPr>
            <a:xfrm>
              <a:off x="3090458" y="3138954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網路</a:t>
              </a:r>
              <a:endParaRPr/>
            </a:p>
          </p:txBody>
        </p:sp>
        <p:sp>
          <p:nvSpPr>
            <p:cNvPr id="514" name="Google Shape;514;p12"/>
            <p:cNvSpPr/>
            <p:nvPr/>
          </p:nvSpPr>
          <p:spPr>
            <a:xfrm>
              <a:off x="3312366" y="3585765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2"/>
            <p:cNvSpPr txBox="1"/>
            <p:nvPr/>
          </p:nvSpPr>
          <p:spPr>
            <a:xfrm>
              <a:off x="3312366" y="3585765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6" name="Google Shape;516;p12"/>
            <p:cNvSpPr/>
            <p:nvPr/>
          </p:nvSpPr>
          <p:spPr>
            <a:xfrm>
              <a:off x="2346167" y="4045342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2"/>
            <p:cNvSpPr txBox="1"/>
            <p:nvPr/>
          </p:nvSpPr>
          <p:spPr>
            <a:xfrm>
              <a:off x="2346167" y="4045342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50" tIns="12050" rIns="12050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lang="zh-TW" sz="19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自媒體</a:t>
              </a:r>
              <a:endParaRPr/>
            </a:p>
          </p:txBody>
        </p:sp>
        <p:sp>
          <p:nvSpPr>
            <p:cNvPr id="518" name="Google Shape;518;p12"/>
            <p:cNvSpPr/>
            <p:nvPr/>
          </p:nvSpPr>
          <p:spPr>
            <a:xfrm>
              <a:off x="2568075" y="4492153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2"/>
            <p:cNvSpPr txBox="1"/>
            <p:nvPr/>
          </p:nvSpPr>
          <p:spPr>
            <a:xfrm>
              <a:off x="2568075" y="4492153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7600" rIns="30475" bIns="76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entury Gothic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0" name="Google Shape;520;p12"/>
            <p:cNvSpPr/>
            <p:nvPr/>
          </p:nvSpPr>
          <p:spPr>
            <a:xfrm>
              <a:off x="3834749" y="4045342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2"/>
            <p:cNvSpPr txBox="1"/>
            <p:nvPr/>
          </p:nvSpPr>
          <p:spPr>
            <a:xfrm>
              <a:off x="3834749" y="4045342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50" tIns="12050" rIns="12050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lang="zh-TW" sz="19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官網/媒體</a:t>
              </a:r>
              <a:endParaRPr/>
            </a:p>
          </p:txBody>
        </p:sp>
        <p:sp>
          <p:nvSpPr>
            <p:cNvPr id="522" name="Google Shape;522;p12"/>
            <p:cNvSpPr/>
            <p:nvPr/>
          </p:nvSpPr>
          <p:spPr>
            <a:xfrm>
              <a:off x="4056658" y="4492153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2"/>
            <p:cNvSpPr txBox="1"/>
            <p:nvPr/>
          </p:nvSpPr>
          <p:spPr>
            <a:xfrm>
              <a:off x="4056658" y="4492153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7600" rIns="30475" bIns="76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entury Gothic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4" name="Google Shape;524;p12"/>
            <p:cNvSpPr/>
            <p:nvPr/>
          </p:nvSpPr>
          <p:spPr>
            <a:xfrm>
              <a:off x="4579041" y="3138954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2"/>
            <p:cNvSpPr txBox="1"/>
            <p:nvPr/>
          </p:nvSpPr>
          <p:spPr>
            <a:xfrm>
              <a:off x="4579041" y="3138954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店</a:t>
              </a:r>
              <a:endParaRPr/>
            </a:p>
          </p:txBody>
        </p:sp>
        <p:sp>
          <p:nvSpPr>
            <p:cNvPr id="526" name="Google Shape;526;p12"/>
            <p:cNvSpPr/>
            <p:nvPr/>
          </p:nvSpPr>
          <p:spPr>
            <a:xfrm>
              <a:off x="4800949" y="3585765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2"/>
            <p:cNvSpPr txBox="1"/>
            <p:nvPr/>
          </p:nvSpPr>
          <p:spPr>
            <a:xfrm>
              <a:off x="4800949" y="3585765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8" name="Google Shape;528;p12"/>
            <p:cNvSpPr/>
            <p:nvPr/>
          </p:nvSpPr>
          <p:spPr>
            <a:xfrm>
              <a:off x="6067623" y="3138954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2"/>
            <p:cNvSpPr txBox="1"/>
            <p:nvPr/>
          </p:nvSpPr>
          <p:spPr>
            <a:xfrm>
              <a:off x="6067623" y="3138954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業務</a:t>
              </a:r>
              <a:endParaRPr/>
            </a:p>
          </p:txBody>
        </p:sp>
        <p:sp>
          <p:nvSpPr>
            <p:cNvPr id="530" name="Google Shape;530;p12"/>
            <p:cNvSpPr/>
            <p:nvPr/>
          </p:nvSpPr>
          <p:spPr>
            <a:xfrm>
              <a:off x="6289532" y="3585765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2"/>
            <p:cNvSpPr txBox="1"/>
            <p:nvPr/>
          </p:nvSpPr>
          <p:spPr>
            <a:xfrm>
              <a:off x="6289532" y="3585765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2" name="Google Shape;532;p12"/>
            <p:cNvSpPr/>
            <p:nvPr/>
          </p:nvSpPr>
          <p:spPr>
            <a:xfrm>
              <a:off x="8933835" y="2239055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2"/>
            <p:cNvSpPr txBox="1"/>
            <p:nvPr/>
          </p:nvSpPr>
          <p:spPr>
            <a:xfrm>
              <a:off x="8933835" y="2239055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行政</a:t>
              </a: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4" name="Google Shape;534;p12"/>
            <p:cNvSpPr/>
            <p:nvPr/>
          </p:nvSpPr>
          <p:spPr>
            <a:xfrm>
              <a:off x="8886204" y="2671614"/>
              <a:ext cx="1537665" cy="219995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2"/>
            <p:cNvSpPr txBox="1"/>
            <p:nvPr/>
          </p:nvSpPr>
          <p:spPr>
            <a:xfrm>
              <a:off x="8886204" y="2671614"/>
              <a:ext cx="1537665" cy="219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行政總監</a:t>
              </a:r>
              <a:endParaRPr/>
            </a:p>
          </p:txBody>
        </p:sp>
        <p:sp>
          <p:nvSpPr>
            <p:cNvPr id="536" name="Google Shape;536;p12"/>
            <p:cNvSpPr/>
            <p:nvPr/>
          </p:nvSpPr>
          <p:spPr>
            <a:xfrm>
              <a:off x="7556206" y="3159696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2"/>
            <p:cNvSpPr txBox="1"/>
            <p:nvPr/>
          </p:nvSpPr>
          <p:spPr>
            <a:xfrm>
              <a:off x="7556206" y="3159696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財務</a:t>
              </a: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8" name="Google Shape;538;p12"/>
            <p:cNvSpPr/>
            <p:nvPr/>
          </p:nvSpPr>
          <p:spPr>
            <a:xfrm>
              <a:off x="7778114" y="3606507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2"/>
            <p:cNvSpPr txBox="1"/>
            <p:nvPr/>
          </p:nvSpPr>
          <p:spPr>
            <a:xfrm>
              <a:off x="7778114" y="3606507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0" name="Google Shape;540;p12"/>
            <p:cNvSpPr/>
            <p:nvPr/>
          </p:nvSpPr>
          <p:spPr>
            <a:xfrm>
              <a:off x="9044789" y="3159696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2"/>
            <p:cNvSpPr txBox="1"/>
            <p:nvPr/>
          </p:nvSpPr>
          <p:spPr>
            <a:xfrm>
              <a:off x="9044789" y="3159696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12700" rIns="12700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entury Gothic"/>
                <a:buNone/>
              </a:pPr>
              <a:r>
                <a:rPr lang="zh-TW" sz="20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客服</a:t>
              </a:r>
              <a:endPara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2" name="Google Shape;542;p12"/>
            <p:cNvSpPr/>
            <p:nvPr/>
          </p:nvSpPr>
          <p:spPr>
            <a:xfrm>
              <a:off x="9266697" y="3606507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2"/>
            <p:cNvSpPr txBox="1"/>
            <p:nvPr/>
          </p:nvSpPr>
          <p:spPr>
            <a:xfrm>
              <a:off x="9266697" y="3606507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7600" rIns="30475" bIns="76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entury Gothic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4" name="Google Shape;544;p12"/>
            <p:cNvSpPr/>
            <p:nvPr/>
          </p:nvSpPr>
          <p:spPr>
            <a:xfrm>
              <a:off x="10533371" y="3159696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2"/>
            <p:cNvSpPr txBox="1"/>
            <p:nvPr/>
          </p:nvSpPr>
          <p:spPr>
            <a:xfrm>
              <a:off x="10533371" y="3159696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50" tIns="12050" rIns="12050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entury Gothic"/>
                <a:buNone/>
              </a:pPr>
              <a:r>
                <a:rPr lang="zh-TW" sz="19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技術</a:t>
              </a:r>
              <a:endParaRPr/>
            </a:p>
          </p:txBody>
        </p:sp>
        <p:sp>
          <p:nvSpPr>
            <p:cNvPr id="546" name="Google Shape;546;p12"/>
            <p:cNvSpPr/>
            <p:nvPr/>
          </p:nvSpPr>
          <p:spPr>
            <a:xfrm>
              <a:off x="10755280" y="3606507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2"/>
            <p:cNvSpPr txBox="1"/>
            <p:nvPr/>
          </p:nvSpPr>
          <p:spPr>
            <a:xfrm>
              <a:off x="10755280" y="3606507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7600" rIns="30475" bIns="76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entury Gothic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8" name="Google Shape;548;p12"/>
            <p:cNvSpPr/>
            <p:nvPr/>
          </p:nvSpPr>
          <p:spPr>
            <a:xfrm>
              <a:off x="4144116" y="1332666"/>
              <a:ext cx="1109541" cy="574471"/>
            </a:xfrm>
            <a:prstGeom prst="rect">
              <a:avLst/>
            </a:prstGeom>
            <a:solidFill>
              <a:srgbClr val="A1C71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2"/>
            <p:cNvSpPr txBox="1"/>
            <p:nvPr/>
          </p:nvSpPr>
          <p:spPr>
            <a:xfrm>
              <a:off x="4144116" y="1332666"/>
              <a:ext cx="1109541" cy="574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25" tIns="11425" rIns="11425" bIns="810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rPr lang="zh-TW" sz="18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CEO</a:t>
              </a:r>
              <a:endPara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0" name="Google Shape;550;p12"/>
            <p:cNvSpPr/>
            <p:nvPr/>
          </p:nvSpPr>
          <p:spPr>
            <a:xfrm>
              <a:off x="4366025" y="1779478"/>
              <a:ext cx="998587" cy="19149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A1C7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2"/>
            <p:cNvSpPr txBox="1"/>
            <p:nvPr/>
          </p:nvSpPr>
          <p:spPr>
            <a:xfrm>
              <a:off x="4366025" y="1779478"/>
              <a:ext cx="998587" cy="19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11425" rIns="45700" bIns="11425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entury Gothic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3"/>
          <p:cNvSpPr txBox="1">
            <a:spLocks noGrp="1"/>
          </p:cNvSpPr>
          <p:nvPr>
            <p:ph type="title"/>
          </p:nvPr>
        </p:nvSpPr>
        <p:spPr>
          <a:xfrm>
            <a:off x="10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endParaRPr/>
          </a:p>
        </p:txBody>
      </p:sp>
      <p:graphicFrame>
        <p:nvGraphicFramePr>
          <p:cNvPr id="557" name="Google Shape;557;p13"/>
          <p:cNvGraphicFramePr/>
          <p:nvPr/>
        </p:nvGraphicFramePr>
        <p:xfrm>
          <a:off x="314632" y="45064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{A754F8F5-36B7-44C0-9F52-DE82DA163C9A}</a:tableStyleId>
              </a:tblPr>
              <a:tblGrid>
                <a:gridCol w="19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企業獨特優勢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公司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身心健康優質品牌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創辦人的故事(不為利益) </a:t>
                      </a:r>
                      <a:r>
                        <a:rPr lang="zh-TW" sz="2400">
                          <a:solidFill>
                            <a:srgbClr val="FF0000"/>
                          </a:solidFill>
                        </a:rPr>
                        <a:t>實體點</a:t>
                      </a:r>
                      <a:r>
                        <a:rPr lang="zh-TW" sz="2400"/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產品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量子能量與其他結合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專利   特別產品 高利潤  日常用品取代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制度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解決所有直銷無法解決的問題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傳統制度  不會被傳直銷三個字影響 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系統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免費引流 完整系統 趨勢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 身心靈老師培訓 業務系統培訓 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行銷模式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多通路布局  天地人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只要分享APP  後面收入就有關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品牌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培養很多身心靈老師推薦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最多身心靈老師推薦的品牌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團隊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專業團隊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技術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/>
                        <a:t>靈性技術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</a:rPr>
                        <a:t>免費教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4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我們在徵的人才</a:t>
            </a:r>
            <a:endParaRPr/>
          </a:p>
        </p:txBody>
      </p:sp>
      <p:sp>
        <p:nvSpPr>
          <p:cNvPr id="563" name="Google Shape;563;p14"/>
          <p:cNvSpPr txBox="1">
            <a:spLocks noGrp="1"/>
          </p:cNvSpPr>
          <p:nvPr>
            <p:ph type="body" idx="1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1、身心靈老師或想學習的人(透過座談會)</a:t>
            </a:r>
            <a:endParaRPr/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2、特助(細心 )</a:t>
            </a:r>
            <a:endParaRPr sz="3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3、財稅相關專業(會計師)</a:t>
            </a:r>
            <a:endParaRPr/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4、醫療相關專業(醫師/護理師/營養師/醫檢師/藥師 心理師)</a:t>
            </a:r>
            <a:endParaRPr/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5、行銷相關專業(小編/拍攝/剪片/經紀人)</a:t>
            </a:r>
            <a:endParaRPr/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3600">
                <a:latin typeface="Microsoft JhengHei"/>
                <a:ea typeface="Microsoft JhengHei"/>
                <a:cs typeface="Microsoft JhengHei"/>
                <a:sym typeface="Microsoft JhengHei"/>
              </a:rPr>
              <a:t>6、法律相關專業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5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實體</a:t>
            </a:r>
            <a:endParaRPr/>
          </a:p>
        </p:txBody>
      </p:sp>
      <p:sp>
        <p:nvSpPr>
          <p:cNvPr id="569" name="Google Shape;569;p15"/>
          <p:cNvSpPr txBox="1">
            <a:spLocks noGrp="1"/>
          </p:cNvSpPr>
          <p:nvPr>
            <p:ph type="body" idx="1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一樓：咖啡廳+茶飲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二樓：運動教室 身心靈 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三樓：諮詢室/整脊/調理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四樓：診所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或者一層有兩個功能也可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6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咖啡廳外觀示意圖</a:t>
            </a:r>
            <a:endParaRPr/>
          </a:p>
        </p:txBody>
      </p:sp>
      <p:pic>
        <p:nvPicPr>
          <p:cNvPr id="575" name="Google Shape;575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3744" y="1881128"/>
            <a:ext cx="6641125" cy="373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7240" y="1242204"/>
            <a:ext cx="4727275" cy="47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923" y="1500995"/>
            <a:ext cx="7553145" cy="503543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7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運動教室示意圖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8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美容/身心靈教室外觀示意圖</a:t>
            </a:r>
            <a:endParaRPr/>
          </a:p>
        </p:txBody>
      </p:sp>
      <p:pic>
        <p:nvPicPr>
          <p:cNvPr id="588" name="Google Shape;58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104" y="2065217"/>
            <a:ext cx="6477000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408957" y="1890204"/>
            <a:ext cx="64770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9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辦公室示意圖</a:t>
            </a:r>
            <a:endParaRPr/>
          </a:p>
        </p:txBody>
      </p:sp>
      <p:pic>
        <p:nvPicPr>
          <p:cNvPr id="595" name="Google Shape;595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41225" y="1405975"/>
            <a:ext cx="8918400" cy="48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0"/>
          <p:cNvSpPr txBox="1">
            <a:spLocks noGrp="1"/>
          </p:cNvSpPr>
          <p:nvPr>
            <p:ph type="title"/>
          </p:nvPr>
        </p:nvSpPr>
        <p:spPr>
          <a:xfrm>
            <a:off x="2" y="332656"/>
            <a:ext cx="11885084" cy="91440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/>
              <a:t>分租模式的行銷優勢</a:t>
            </a:r>
            <a:endParaRPr/>
          </a:p>
        </p:txBody>
      </p:sp>
      <p:sp>
        <p:nvSpPr>
          <p:cNvPr id="601" name="Google Shape;601;p20"/>
          <p:cNvSpPr txBox="1">
            <a:spLocks noGrp="1"/>
          </p:cNvSpPr>
          <p:nvPr>
            <p:ph type="body" idx="1"/>
          </p:nvPr>
        </p:nvSpPr>
        <p:spPr>
          <a:xfrm>
            <a:off x="437648" y="149593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交叉引流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櫃台協助檢測 服務與成交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讓老師做本來在做的事情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</a:pPr>
            <a:r>
              <a:rPr lang="zh-TW"/>
              <a:t>吧檯飲品與點心可增加公司收益</a:t>
            </a:r>
            <a:endParaRPr/>
          </a:p>
        </p:txBody>
      </p:sp>
      <p:pic>
        <p:nvPicPr>
          <p:cNvPr id="602" name="Google Shape;60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7901" y="1996898"/>
            <a:ext cx="3554083" cy="3554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4792" y="1939470"/>
            <a:ext cx="4760302" cy="412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8" name="Google Shape;608;p2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{CB118164-4D30-40D7-86B7-50C067BD67E0}</a:tableStyleId>
              </a:tblPr>
              <a:tblGrid>
                <a:gridCol w="63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8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層次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定位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時間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條件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收入模式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成長方向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靈性老師 / 個人顧問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2024、7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以自身能力開課或做個案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課程費、諮詢費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打造個人品牌、累積口碑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專業個體戶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2025、1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有穩定學員與回頭客，開始有小影響力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一對多課程、套裝服務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介紹個案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微型工作室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2025、9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大量尋找老師與業務團隊與工作人員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課程＋產品銷售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培養老師與業務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公司化經營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2026、5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租下辦公室或店面做初期培訓與內部測試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B2C課程＋B2B合作（企業方案）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建立培訓系統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小型品牌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2026、12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建立規模組織與大量曝光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一棟正式營業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會員制、訂閱制、品牌產品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打造真靈光店面營收樣板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連鎖 / 擴張中心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2027、10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擁有多個實體據點，可能採加盟模式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加盟金、授權費、分店營收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建立標準化課程＋加盟SOP(內部創業)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全國品牌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2028 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在全台灣多地區佈局，成為知名身心靈品牌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大型活動、出版、品牌合作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與政府、企業、學校合作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平台型企業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2029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建立「真靈光平台」，整合老師、學員、產品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平台抽成、廣告、流量變現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打造身心靈版的「蝦皮＋全聯」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78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生態系統企業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2030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建立完整「身心靈生態圈」：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課程、產品、療癒中心、學校、診所、金融 養生村 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多元收入（平台＋實體＋科技＋投資）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成為全球第一的身心靈生態系，連結百萬導師與用戶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VTI">
      <a:dk1>
        <a:srgbClr val="000000"/>
      </a:dk1>
      <a:lt1>
        <a:srgbClr val="DAE3E3"/>
      </a:lt1>
      <a:dk2>
        <a:srgbClr val="A7A7A7"/>
      </a:dk2>
      <a:lt2>
        <a:srgbClr val="53535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Perception">
  <a:themeElements>
    <a:clrScheme name="Perception">
      <a:dk1>
        <a:srgbClr val="000000"/>
      </a:dk1>
      <a:lt1>
        <a:srgbClr val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ception">
  <a:themeElements>
    <a:clrScheme name="Perception">
      <a:dk1>
        <a:srgbClr val="000000"/>
      </a:dk1>
      <a:lt1>
        <a:srgbClr val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erception">
  <a:themeElements>
    <a:clrScheme name="Perception">
      <a:dk1>
        <a:sysClr val="windowText" lastClr="000000"/>
      </a:dk1>
      <a:lt1>
        <a:sysClr val="window" lastClr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Perception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erception">
      <a:fillStyleLst>
        <a:solidFill>
          <a:schemeClr val="phClr"/>
        </a:solidFill>
        <a:solidFill>
          <a:schemeClr val="phClr">
            <a:shade val="90000"/>
          </a:schemeClr>
        </a:solidFill>
        <a:solidFill>
          <a:schemeClr val="phClr">
            <a:shade val="80000"/>
          </a:schemeClr>
        </a:soli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>
              <a:alpha val="8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bliqueTopRight"/>
            <a:lightRig rig="threePt" dir="tl"/>
          </a:scene3d>
          <a:sp3d>
            <a:bevelT w="25400" h="25400"/>
          </a:sp3d>
        </a:effectStyle>
        <a:effectStyle>
          <a:effectLst/>
          <a:scene3d>
            <a:camera prst="perspectiveFront" fov="4200000"/>
            <a:lightRig rig="balanced" dir="tl">
              <a:rot lat="0" lon="0" rev="18600000"/>
            </a:lightRig>
          </a:scene3d>
          <a:sp3d prstMaterial="metal">
            <a:bevelT w="63500" h="50800" prst="angle"/>
          </a:sp3d>
        </a:effectStyle>
      </a:effectStyleLst>
      <a:bgFillStyleLst>
        <a:solidFill>
          <a:schemeClr val="phClr">
            <a:tint val="90000"/>
          </a:schemeClr>
        </a:solidFill>
        <a:solidFill>
          <a:schemeClr val="phClr">
            <a:tint val="50000"/>
          </a:schemeClr>
        </a:solidFill>
        <a:solidFill>
          <a:schemeClr val="phClr">
            <a:shade val="60000"/>
          </a:schemeClr>
        </a:soli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1287</Words>
  <Application>Microsoft Office PowerPoint</Application>
  <PresentationFormat>寬螢幕</PresentationFormat>
  <Paragraphs>319</Paragraphs>
  <Slides>21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21</vt:i4>
      </vt:variant>
    </vt:vector>
  </HeadingPairs>
  <TitlesOfParts>
    <vt:vector size="35" baseType="lpstr">
      <vt:lpstr>Sorts Mill Goudy</vt:lpstr>
      <vt:lpstr>微軟正黑體</vt:lpstr>
      <vt:lpstr>Noto Sans Symbols</vt:lpstr>
      <vt:lpstr>Avenir</vt:lpstr>
      <vt:lpstr>Arial</vt:lpstr>
      <vt:lpstr>Century Gothic</vt:lpstr>
      <vt:lpstr>微軟正黑體</vt:lpstr>
      <vt:lpstr>Calibri</vt:lpstr>
      <vt:lpstr>翩翩体-简</vt:lpstr>
      <vt:lpstr>Wingdings 2</vt:lpstr>
      <vt:lpstr>FrostyVTI</vt:lpstr>
      <vt:lpstr>2_Perception</vt:lpstr>
      <vt:lpstr>Perception</vt:lpstr>
      <vt:lpstr>1_Perception</vt:lpstr>
      <vt:lpstr>PowerPoint 簡報</vt:lpstr>
      <vt:lpstr>     18歲上心靈課程訂下人生目標</vt:lpstr>
      <vt:lpstr>平台創立動機</vt:lpstr>
      <vt:lpstr>遇到大師指點 做出規劃</vt:lpstr>
      <vt:lpstr>身心靈流程</vt:lpstr>
      <vt:lpstr>循環流程</vt:lpstr>
      <vt:lpstr>PowerPoint 簡報</vt:lpstr>
      <vt:lpstr>身心靈一站式服務培訓系統</vt:lpstr>
      <vt:lpstr>代理商的收入來源</vt:lpstr>
      <vt:lpstr> 三年計畫 </vt:lpstr>
      <vt:lpstr>PowerPoint 簡報</vt:lpstr>
      <vt:lpstr>企業架構</vt:lpstr>
      <vt:lpstr>PowerPoint 簡報</vt:lpstr>
      <vt:lpstr>我們在徵的人才</vt:lpstr>
      <vt:lpstr>實體</vt:lpstr>
      <vt:lpstr>咖啡廳外觀示意圖</vt:lpstr>
      <vt:lpstr>運動教室示意圖</vt:lpstr>
      <vt:lpstr>美容/身心靈教室外觀示意圖</vt:lpstr>
      <vt:lpstr>辦公室示意圖</vt:lpstr>
      <vt:lpstr>分租模式的行銷優勢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 Ray</dc:creator>
  <cp:lastModifiedBy>a62848</cp:lastModifiedBy>
  <cp:revision>1</cp:revision>
  <dcterms:created xsi:type="dcterms:W3CDTF">2025-10-08T11:36:25Z</dcterms:created>
  <dcterms:modified xsi:type="dcterms:W3CDTF">2026-06-24T11:48:09Z</dcterms:modified>
</cp:coreProperties>
</file>